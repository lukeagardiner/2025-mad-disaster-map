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9" r:id="rId2"/>
    <p:sldId id="256"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AB4B05-1683-42F8-85CF-50B035D12F67}" v="46" dt="2025-06-01T00:25:46.8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3" d="2"/>
        <a:sy n="3" d="2"/>
      </p:scale>
      <p:origin x="-6" y="-1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AVERY" userId="33041ff4-ef49-46cd-b021-6ff8b9862bb2" providerId="ADAL" clId="{6BAB4B05-1683-42F8-85CF-50B035D12F67}"/>
    <pc:docChg chg="undo custSel addSld modSld">
      <pc:chgData name="RICHARD AVERY" userId="33041ff4-ef49-46cd-b021-6ff8b9862bb2" providerId="ADAL" clId="{6BAB4B05-1683-42F8-85CF-50B035D12F67}" dt="2025-06-01T00:25:46.845" v="2461"/>
      <pc:docMkLst>
        <pc:docMk/>
      </pc:docMkLst>
      <pc:sldChg chg="addSp delSp modSp mod setBg">
        <pc:chgData name="RICHARD AVERY" userId="33041ff4-ef49-46cd-b021-6ff8b9862bb2" providerId="ADAL" clId="{6BAB4B05-1683-42F8-85CF-50B035D12F67}" dt="2025-06-01T00:03:23.611" v="2459" actId="1076"/>
        <pc:sldMkLst>
          <pc:docMk/>
          <pc:sldMk cId="2908254028" sldId="256"/>
        </pc:sldMkLst>
        <pc:spChg chg="mod">
          <ac:chgData name="RICHARD AVERY" userId="33041ff4-ef49-46cd-b021-6ff8b9862bb2" providerId="ADAL" clId="{6BAB4B05-1683-42F8-85CF-50B035D12F67}" dt="2025-05-29T10:33:54.673" v="1875" actId="1076"/>
          <ac:spMkLst>
            <pc:docMk/>
            <pc:sldMk cId="2908254028" sldId="256"/>
            <ac:spMk id="4" creationId="{54A25444-AF9D-0465-313A-3273AF85D5D3}"/>
          </ac:spMkLst>
        </pc:spChg>
        <pc:spChg chg="mod">
          <ac:chgData name="RICHARD AVERY" userId="33041ff4-ef49-46cd-b021-6ff8b9862bb2" providerId="ADAL" clId="{6BAB4B05-1683-42F8-85CF-50B035D12F67}" dt="2025-05-29T10:33:50.259" v="1873" actId="1076"/>
          <ac:spMkLst>
            <pc:docMk/>
            <pc:sldMk cId="2908254028" sldId="256"/>
            <ac:spMk id="5" creationId="{2730DF34-2086-9D48-B211-E99499482C36}"/>
          </ac:spMkLst>
        </pc:spChg>
        <pc:spChg chg="del">
          <ac:chgData name="RICHARD AVERY" userId="33041ff4-ef49-46cd-b021-6ff8b9862bb2" providerId="ADAL" clId="{6BAB4B05-1683-42F8-85CF-50B035D12F67}" dt="2025-05-31T23:55:02.149" v="2385" actId="478"/>
          <ac:spMkLst>
            <pc:docMk/>
            <pc:sldMk cId="2908254028" sldId="256"/>
            <ac:spMk id="6" creationId="{E353CE8A-AB30-5564-F2BD-EECE9DC351D1}"/>
          </ac:spMkLst>
        </pc:spChg>
        <pc:spChg chg="mod">
          <ac:chgData name="RICHARD AVERY" userId="33041ff4-ef49-46cd-b021-6ff8b9862bb2" providerId="ADAL" clId="{6BAB4B05-1683-42F8-85CF-50B035D12F67}" dt="2025-05-29T11:41:46.399" v="2312" actId="20577"/>
          <ac:spMkLst>
            <pc:docMk/>
            <pc:sldMk cId="2908254028" sldId="256"/>
            <ac:spMk id="7" creationId="{A952360B-AA0A-B99E-A742-05502A9FBCB4}"/>
          </ac:spMkLst>
        </pc:spChg>
        <pc:spChg chg="mod">
          <ac:chgData name="RICHARD AVERY" userId="33041ff4-ef49-46cd-b021-6ff8b9862bb2" providerId="ADAL" clId="{6BAB4B05-1683-42F8-85CF-50B035D12F67}" dt="2025-05-29T11:42:04.588" v="2315" actId="120"/>
          <ac:spMkLst>
            <pc:docMk/>
            <pc:sldMk cId="2908254028" sldId="256"/>
            <ac:spMk id="8" creationId="{52C01278-3E2A-2FA0-8E59-305F6A29AAF0}"/>
          </ac:spMkLst>
        </pc:spChg>
        <pc:spChg chg="mod">
          <ac:chgData name="RICHARD AVERY" userId="33041ff4-ef49-46cd-b021-6ff8b9862bb2" providerId="ADAL" clId="{6BAB4B05-1683-42F8-85CF-50B035D12F67}" dt="2025-05-29T11:04:54.962" v="2135" actId="1076"/>
          <ac:spMkLst>
            <pc:docMk/>
            <pc:sldMk cId="2908254028" sldId="256"/>
            <ac:spMk id="9" creationId="{ED847631-9825-C933-5C77-A1E25AE5A169}"/>
          </ac:spMkLst>
        </pc:spChg>
        <pc:picChg chg="add del mod">
          <ac:chgData name="RICHARD AVERY" userId="33041ff4-ef49-46cd-b021-6ff8b9862bb2" providerId="ADAL" clId="{6BAB4B05-1683-42F8-85CF-50B035D12F67}" dt="2025-05-31T23:54:28.006" v="2380" actId="478"/>
          <ac:picMkLst>
            <pc:docMk/>
            <pc:sldMk cId="2908254028" sldId="256"/>
            <ac:picMk id="3" creationId="{C37CDDFB-2038-F3BE-58DF-3355B5EE8D88}"/>
          </ac:picMkLst>
        </pc:picChg>
        <pc:picChg chg="add del mod">
          <ac:chgData name="RICHARD AVERY" userId="33041ff4-ef49-46cd-b021-6ff8b9862bb2" providerId="ADAL" clId="{6BAB4B05-1683-42F8-85CF-50B035D12F67}" dt="2025-06-01T00:01:07.648" v="2410" actId="478"/>
          <ac:picMkLst>
            <pc:docMk/>
            <pc:sldMk cId="2908254028" sldId="256"/>
            <ac:picMk id="11" creationId="{D49E062C-0EBB-C291-57E5-1074CCCA8372}"/>
          </ac:picMkLst>
        </pc:picChg>
        <pc:picChg chg="add del mod">
          <ac:chgData name="RICHARD AVERY" userId="33041ff4-ef49-46cd-b021-6ff8b9862bb2" providerId="ADAL" clId="{6BAB4B05-1683-42F8-85CF-50B035D12F67}" dt="2025-06-01T00:01:14.456" v="2415" actId="478"/>
          <ac:picMkLst>
            <pc:docMk/>
            <pc:sldMk cId="2908254028" sldId="256"/>
            <ac:picMk id="13" creationId="{63EF905E-1DDE-6AA2-4699-35A47D5B6396}"/>
          </ac:picMkLst>
        </pc:picChg>
        <pc:picChg chg="add mod">
          <ac:chgData name="RICHARD AVERY" userId="33041ff4-ef49-46cd-b021-6ff8b9862bb2" providerId="ADAL" clId="{6BAB4B05-1683-42F8-85CF-50B035D12F67}" dt="2025-06-01T00:03:23.611" v="2459" actId="1076"/>
          <ac:picMkLst>
            <pc:docMk/>
            <pc:sldMk cId="2908254028" sldId="256"/>
            <ac:picMk id="15" creationId="{0177F9A6-E538-34A4-A8F0-3CC5D09B1C16}"/>
          </ac:picMkLst>
        </pc:picChg>
        <pc:picChg chg="mod">
          <ac:chgData name="RICHARD AVERY" userId="33041ff4-ef49-46cd-b021-6ff8b9862bb2" providerId="ADAL" clId="{6BAB4B05-1683-42F8-85CF-50B035D12F67}" dt="2025-06-01T00:03:08.691" v="2457" actId="1076"/>
          <ac:picMkLst>
            <pc:docMk/>
            <pc:sldMk cId="2908254028" sldId="256"/>
            <ac:picMk id="1030" creationId="{445C3104-AD31-4505-1171-164EB9E1EAAF}"/>
          </ac:picMkLst>
        </pc:picChg>
        <pc:picChg chg="mod">
          <ac:chgData name="RICHARD AVERY" userId="33041ff4-ef49-46cd-b021-6ff8b9862bb2" providerId="ADAL" clId="{6BAB4B05-1683-42F8-85CF-50B035D12F67}" dt="2025-05-29T10:33:48.193" v="1872" actId="1076"/>
          <ac:picMkLst>
            <pc:docMk/>
            <pc:sldMk cId="2908254028" sldId="256"/>
            <ac:picMk id="1032" creationId="{94FA7E5F-2DBF-F6F8-32D4-275375F816F4}"/>
          </ac:picMkLst>
        </pc:picChg>
      </pc:sldChg>
      <pc:sldChg chg="addSp delSp modSp mod setBg modNotesTx">
        <pc:chgData name="RICHARD AVERY" userId="33041ff4-ef49-46cd-b021-6ff8b9862bb2" providerId="ADAL" clId="{6BAB4B05-1683-42F8-85CF-50B035D12F67}" dt="2025-06-01T00:02:47.497" v="2456"/>
        <pc:sldMkLst>
          <pc:docMk/>
          <pc:sldMk cId="93593808" sldId="257"/>
        </pc:sldMkLst>
        <pc:spChg chg="add mod">
          <ac:chgData name="RICHARD AVERY" userId="33041ff4-ef49-46cd-b021-6ff8b9862bb2" providerId="ADAL" clId="{6BAB4B05-1683-42F8-85CF-50B035D12F67}" dt="2025-05-29T06:37:46.437" v="11" actId="1076"/>
          <ac:spMkLst>
            <pc:docMk/>
            <pc:sldMk cId="93593808" sldId="257"/>
            <ac:spMk id="2" creationId="{7E4469B9-EA9E-6FA9-F54B-CBEB96B340FC}"/>
          </ac:spMkLst>
        </pc:spChg>
        <pc:spChg chg="mod">
          <ac:chgData name="RICHARD AVERY" userId="33041ff4-ef49-46cd-b021-6ff8b9862bb2" providerId="ADAL" clId="{6BAB4B05-1683-42F8-85CF-50B035D12F67}" dt="2025-05-29T06:41:40.784" v="35" actId="1076"/>
          <ac:spMkLst>
            <pc:docMk/>
            <pc:sldMk cId="93593808" sldId="257"/>
            <ac:spMk id="4" creationId="{864922C0-2345-5174-C78F-166145D40381}"/>
          </ac:spMkLst>
        </pc:spChg>
        <pc:spChg chg="add mod">
          <ac:chgData name="RICHARD AVERY" userId="33041ff4-ef49-46cd-b021-6ff8b9862bb2" providerId="ADAL" clId="{6BAB4B05-1683-42F8-85CF-50B035D12F67}" dt="2025-05-29T06:41:02.138" v="24" actId="1076"/>
          <ac:spMkLst>
            <pc:docMk/>
            <pc:sldMk cId="93593808" sldId="257"/>
            <ac:spMk id="13" creationId="{8B0AB1F4-ECFA-7EE6-ADF7-6FB2423D9CCD}"/>
          </ac:spMkLst>
        </pc:spChg>
        <pc:spChg chg="add mod">
          <ac:chgData name="RICHARD AVERY" userId="33041ff4-ef49-46cd-b021-6ff8b9862bb2" providerId="ADAL" clId="{6BAB4B05-1683-42F8-85CF-50B035D12F67}" dt="2025-05-29T06:41:18.271" v="29" actId="255"/>
          <ac:spMkLst>
            <pc:docMk/>
            <pc:sldMk cId="93593808" sldId="257"/>
            <ac:spMk id="15" creationId="{2EEDB996-6CB4-077E-DE7D-EF2FD56363A2}"/>
          </ac:spMkLst>
        </pc:spChg>
        <pc:spChg chg="add mod">
          <ac:chgData name="RICHARD AVERY" userId="33041ff4-ef49-46cd-b021-6ff8b9862bb2" providerId="ADAL" clId="{6BAB4B05-1683-42F8-85CF-50B035D12F67}" dt="2025-05-29T06:41:32.687" v="34" actId="255"/>
          <ac:spMkLst>
            <pc:docMk/>
            <pc:sldMk cId="93593808" sldId="257"/>
            <ac:spMk id="16" creationId="{A9B03B9D-81D4-EDFD-648D-8BF30CC6074F}"/>
          </ac:spMkLst>
        </pc:spChg>
        <pc:spChg chg="add mod">
          <ac:chgData name="RICHARD AVERY" userId="33041ff4-ef49-46cd-b021-6ff8b9862bb2" providerId="ADAL" clId="{6BAB4B05-1683-42F8-85CF-50B035D12F67}" dt="2025-05-29T11:03:10.671" v="2063" actId="1076"/>
          <ac:spMkLst>
            <pc:docMk/>
            <pc:sldMk cId="93593808" sldId="257"/>
            <ac:spMk id="18" creationId="{C84CA142-8740-88F1-D228-37B62DB33E67}"/>
          </ac:spMkLst>
        </pc:spChg>
        <pc:spChg chg="add mod">
          <ac:chgData name="RICHARD AVERY" userId="33041ff4-ef49-46cd-b021-6ff8b9862bb2" providerId="ADAL" clId="{6BAB4B05-1683-42F8-85CF-50B035D12F67}" dt="2025-05-29T11:05:04.516" v="2138" actId="1076"/>
          <ac:spMkLst>
            <pc:docMk/>
            <pc:sldMk cId="93593808" sldId="257"/>
            <ac:spMk id="21" creationId="{B8BFFCBF-6C54-E764-2F19-862D387B3E91}"/>
          </ac:spMkLst>
        </pc:spChg>
        <pc:picChg chg="add del mod ord">
          <ac:chgData name="RICHARD AVERY" userId="33041ff4-ef49-46cd-b021-6ff8b9862bb2" providerId="ADAL" clId="{6BAB4B05-1683-42F8-85CF-50B035D12F67}" dt="2025-05-31T23:56:07.712" v="2409" actId="478"/>
          <ac:picMkLst>
            <pc:docMk/>
            <pc:sldMk cId="93593808" sldId="257"/>
            <ac:picMk id="5" creationId="{98D7D938-1C00-4CB2-355C-213273A7E93A}"/>
          </ac:picMkLst>
        </pc:picChg>
        <pc:picChg chg="add mod">
          <ac:chgData name="RICHARD AVERY" userId="33041ff4-ef49-46cd-b021-6ff8b9862bb2" providerId="ADAL" clId="{6BAB4B05-1683-42F8-85CF-50B035D12F67}" dt="2025-06-01T00:02:10.517" v="2432"/>
          <ac:picMkLst>
            <pc:docMk/>
            <pc:sldMk cId="93593808" sldId="257"/>
            <ac:picMk id="8" creationId="{81A81082-381D-E69F-8B5A-4BFD5ECB9E93}"/>
          </ac:picMkLst>
        </pc:picChg>
        <pc:picChg chg="add mod ord">
          <ac:chgData name="RICHARD AVERY" userId="33041ff4-ef49-46cd-b021-6ff8b9862bb2" providerId="ADAL" clId="{6BAB4B05-1683-42F8-85CF-50B035D12F67}" dt="2025-06-01T00:02:47.497" v="2456"/>
          <ac:picMkLst>
            <pc:docMk/>
            <pc:sldMk cId="93593808" sldId="257"/>
            <ac:picMk id="10" creationId="{3CAEC022-BB52-B758-5120-B465240CC2CF}"/>
          </ac:picMkLst>
        </pc:picChg>
        <pc:cxnChg chg="mod">
          <ac:chgData name="RICHARD AVERY" userId="33041ff4-ef49-46cd-b021-6ff8b9862bb2" providerId="ADAL" clId="{6BAB4B05-1683-42F8-85CF-50B035D12F67}" dt="2025-05-29T06:38:11.434" v="17" actId="14100"/>
          <ac:cxnSpMkLst>
            <pc:docMk/>
            <pc:sldMk cId="93593808" sldId="257"/>
            <ac:cxnSpMk id="11" creationId="{972B5FC9-FFF0-7135-BEC3-BEE4CC15AAE7}"/>
          </ac:cxnSpMkLst>
        </pc:cxnChg>
        <pc:cxnChg chg="mod">
          <ac:chgData name="RICHARD AVERY" userId="33041ff4-ef49-46cd-b021-6ff8b9862bb2" providerId="ADAL" clId="{6BAB4B05-1683-42F8-85CF-50B035D12F67}" dt="2025-05-29T06:41:24.182" v="31" actId="478"/>
          <ac:cxnSpMkLst>
            <pc:docMk/>
            <pc:sldMk cId="93593808" sldId="257"/>
            <ac:cxnSpMk id="22" creationId="{F6636963-75A5-A5EA-545B-826B2B3DD0D0}"/>
          </ac:cxnSpMkLst>
        </pc:cxnChg>
      </pc:sldChg>
      <pc:sldChg chg="addSp delSp modSp new mod setBg modNotesTx">
        <pc:chgData name="RICHARD AVERY" userId="33041ff4-ef49-46cd-b021-6ff8b9862bb2" providerId="ADAL" clId="{6BAB4B05-1683-42F8-85CF-50B035D12F67}" dt="2025-06-01T00:02:45.092" v="2451"/>
        <pc:sldMkLst>
          <pc:docMk/>
          <pc:sldMk cId="3138381567" sldId="258"/>
        </pc:sldMkLst>
        <pc:spChg chg="add mod">
          <ac:chgData name="RICHARD AVERY" userId="33041ff4-ef49-46cd-b021-6ff8b9862bb2" providerId="ADAL" clId="{6BAB4B05-1683-42F8-85CF-50B035D12F67}" dt="2025-05-29T10:20:53.969" v="1147" actId="14100"/>
          <ac:spMkLst>
            <pc:docMk/>
            <pc:sldMk cId="3138381567" sldId="258"/>
            <ac:spMk id="4" creationId="{D8ABC243-2E1A-11FD-5406-84704156FC59}"/>
          </ac:spMkLst>
        </pc:spChg>
        <pc:spChg chg="add mod">
          <ac:chgData name="RICHARD AVERY" userId="33041ff4-ef49-46cd-b021-6ff8b9862bb2" providerId="ADAL" clId="{6BAB4B05-1683-42F8-85CF-50B035D12F67}" dt="2025-05-29T10:21:34.738" v="1158" actId="1076"/>
          <ac:spMkLst>
            <pc:docMk/>
            <pc:sldMk cId="3138381567" sldId="258"/>
            <ac:spMk id="7" creationId="{5A7C9BE5-9AAC-E32E-52B9-3499BBCC7E30}"/>
          </ac:spMkLst>
        </pc:spChg>
        <pc:spChg chg="add mod">
          <ac:chgData name="RICHARD AVERY" userId="33041ff4-ef49-46cd-b021-6ff8b9862bb2" providerId="ADAL" clId="{6BAB4B05-1683-42F8-85CF-50B035D12F67}" dt="2025-05-29T10:21:23.837" v="1154" actId="1076"/>
          <ac:spMkLst>
            <pc:docMk/>
            <pc:sldMk cId="3138381567" sldId="258"/>
            <ac:spMk id="12" creationId="{4698CD77-0DA6-1DB0-CAFC-048D1556D1EC}"/>
          </ac:spMkLst>
        </pc:spChg>
        <pc:spChg chg="add mod">
          <ac:chgData name="RICHARD AVERY" userId="33041ff4-ef49-46cd-b021-6ff8b9862bb2" providerId="ADAL" clId="{6BAB4B05-1683-42F8-85CF-50B035D12F67}" dt="2025-05-29T10:10:02.575" v="782" actId="20577"/>
          <ac:spMkLst>
            <pc:docMk/>
            <pc:sldMk cId="3138381567" sldId="258"/>
            <ac:spMk id="13" creationId="{ADA359A3-9C59-A28F-84E5-7D9E2D34EA82}"/>
          </ac:spMkLst>
        </pc:spChg>
        <pc:spChg chg="add mod">
          <ac:chgData name="RICHARD AVERY" userId="33041ff4-ef49-46cd-b021-6ff8b9862bb2" providerId="ADAL" clId="{6BAB4B05-1683-42F8-85CF-50B035D12F67}" dt="2025-05-29T10:21:37.859" v="1159" actId="1076"/>
          <ac:spMkLst>
            <pc:docMk/>
            <pc:sldMk cId="3138381567" sldId="258"/>
            <ac:spMk id="16" creationId="{A4F08578-6968-287B-0E9A-99C03CF8EE5C}"/>
          </ac:spMkLst>
        </pc:spChg>
        <pc:spChg chg="add mod">
          <ac:chgData name="RICHARD AVERY" userId="33041ff4-ef49-46cd-b021-6ff8b9862bb2" providerId="ADAL" clId="{6BAB4B05-1683-42F8-85CF-50B035D12F67}" dt="2025-05-29T10:20:56.987" v="1148" actId="1076"/>
          <ac:spMkLst>
            <pc:docMk/>
            <pc:sldMk cId="3138381567" sldId="258"/>
            <ac:spMk id="21" creationId="{3C665B45-3848-FCBB-94C4-81BD28F11733}"/>
          </ac:spMkLst>
        </pc:spChg>
        <pc:spChg chg="add mod">
          <ac:chgData name="RICHARD AVERY" userId="33041ff4-ef49-46cd-b021-6ff8b9862bb2" providerId="ADAL" clId="{6BAB4B05-1683-42F8-85CF-50B035D12F67}" dt="2025-05-29T10:21:46.554" v="1162" actId="20577"/>
          <ac:spMkLst>
            <pc:docMk/>
            <pc:sldMk cId="3138381567" sldId="258"/>
            <ac:spMk id="24" creationId="{974CA2E3-C374-A285-31AD-D8BB246B81D8}"/>
          </ac:spMkLst>
        </pc:spChg>
        <pc:spChg chg="add mod">
          <ac:chgData name="RICHARD AVERY" userId="33041ff4-ef49-46cd-b021-6ff8b9862bb2" providerId="ADAL" clId="{6BAB4B05-1683-42F8-85CF-50B035D12F67}" dt="2025-05-29T10:22:53.736" v="1234" actId="1076"/>
          <ac:spMkLst>
            <pc:docMk/>
            <pc:sldMk cId="3138381567" sldId="258"/>
            <ac:spMk id="28" creationId="{7FDF2425-D0F5-8E83-9357-60E9BFA9613C}"/>
          </ac:spMkLst>
        </pc:spChg>
        <pc:spChg chg="add mod">
          <ac:chgData name="RICHARD AVERY" userId="33041ff4-ef49-46cd-b021-6ff8b9862bb2" providerId="ADAL" clId="{6BAB4B05-1683-42F8-85CF-50B035D12F67}" dt="2025-05-29T10:23:24.406" v="1284" actId="1076"/>
          <ac:spMkLst>
            <pc:docMk/>
            <pc:sldMk cId="3138381567" sldId="258"/>
            <ac:spMk id="31" creationId="{FE4E7FAC-1756-91DB-4BB0-C8F7887BFAE3}"/>
          </ac:spMkLst>
        </pc:spChg>
        <pc:spChg chg="add mod">
          <ac:chgData name="RICHARD AVERY" userId="33041ff4-ef49-46cd-b021-6ff8b9862bb2" providerId="ADAL" clId="{6BAB4B05-1683-42F8-85CF-50B035D12F67}" dt="2025-05-29T10:23:57.898" v="1341" actId="1076"/>
          <ac:spMkLst>
            <pc:docMk/>
            <pc:sldMk cId="3138381567" sldId="258"/>
            <ac:spMk id="36" creationId="{9DFBC1EC-F881-9481-04C3-4F83F87F9BA1}"/>
          </ac:spMkLst>
        </pc:spChg>
        <pc:spChg chg="add mod">
          <ac:chgData name="RICHARD AVERY" userId="33041ff4-ef49-46cd-b021-6ff8b9862bb2" providerId="ADAL" clId="{6BAB4B05-1683-42F8-85CF-50B035D12F67}" dt="2025-05-29T10:24:27.072" v="1391" actId="14100"/>
          <ac:spMkLst>
            <pc:docMk/>
            <pc:sldMk cId="3138381567" sldId="258"/>
            <ac:spMk id="40" creationId="{DC032CDB-AEF6-0A41-FB5C-3C63D8D880F9}"/>
          </ac:spMkLst>
        </pc:spChg>
        <pc:spChg chg="add mod">
          <ac:chgData name="RICHARD AVERY" userId="33041ff4-ef49-46cd-b021-6ff8b9862bb2" providerId="ADAL" clId="{6BAB4B05-1683-42F8-85CF-50B035D12F67}" dt="2025-05-29T10:28:10.799" v="1560" actId="20577"/>
          <ac:spMkLst>
            <pc:docMk/>
            <pc:sldMk cId="3138381567" sldId="258"/>
            <ac:spMk id="49" creationId="{F11C9D14-EC51-0A11-6014-7D3AD3D53F33}"/>
          </ac:spMkLst>
        </pc:spChg>
        <pc:spChg chg="add mod">
          <ac:chgData name="RICHARD AVERY" userId="33041ff4-ef49-46cd-b021-6ff8b9862bb2" providerId="ADAL" clId="{6BAB4B05-1683-42F8-85CF-50B035D12F67}" dt="2025-05-29T10:29:07.805" v="1639" actId="1076"/>
          <ac:spMkLst>
            <pc:docMk/>
            <pc:sldMk cId="3138381567" sldId="258"/>
            <ac:spMk id="54" creationId="{7923AF35-3A2C-0341-7A61-4330246E9C39}"/>
          </ac:spMkLst>
        </pc:spChg>
        <pc:spChg chg="add mod">
          <ac:chgData name="RICHARD AVERY" userId="33041ff4-ef49-46cd-b021-6ff8b9862bb2" providerId="ADAL" clId="{6BAB4B05-1683-42F8-85CF-50B035D12F67}" dt="2025-05-29T10:30:52.475" v="1847" actId="1076"/>
          <ac:spMkLst>
            <pc:docMk/>
            <pc:sldMk cId="3138381567" sldId="258"/>
            <ac:spMk id="58" creationId="{403E737F-F3EB-FDDB-3979-49D32914DDA3}"/>
          </ac:spMkLst>
        </pc:spChg>
        <pc:spChg chg="add mod">
          <ac:chgData name="RICHARD AVERY" userId="33041ff4-ef49-46cd-b021-6ff8b9862bb2" providerId="ADAL" clId="{6BAB4B05-1683-42F8-85CF-50B035D12F67}" dt="2025-05-29T11:05:09.195" v="2140" actId="1076"/>
          <ac:spMkLst>
            <pc:docMk/>
            <pc:sldMk cId="3138381567" sldId="258"/>
            <ac:spMk id="61" creationId="{3D179C27-D4D0-FC66-DBCC-8FD047C5515D}"/>
          </ac:spMkLst>
        </pc:spChg>
        <pc:spChg chg="add mod">
          <ac:chgData name="RICHARD AVERY" userId="33041ff4-ef49-46cd-b021-6ff8b9862bb2" providerId="ADAL" clId="{6BAB4B05-1683-42F8-85CF-50B035D12F67}" dt="2025-05-29T11:05:16.043" v="2142" actId="1076"/>
          <ac:spMkLst>
            <pc:docMk/>
            <pc:sldMk cId="3138381567" sldId="258"/>
            <ac:spMk id="62" creationId="{EC21A496-C588-FA05-E0B7-61F3742F9661}"/>
          </ac:spMkLst>
        </pc:spChg>
        <pc:picChg chg="add del mod ord">
          <ac:chgData name="RICHARD AVERY" userId="33041ff4-ef49-46cd-b021-6ff8b9862bb2" providerId="ADAL" clId="{6BAB4B05-1683-42F8-85CF-50B035D12F67}" dt="2025-05-31T23:56:03.856" v="2408" actId="478"/>
          <ac:picMkLst>
            <pc:docMk/>
            <pc:sldMk cId="3138381567" sldId="258"/>
            <ac:picMk id="3" creationId="{9215E226-C986-96AB-51CC-985FD6FB4AEC}"/>
          </ac:picMkLst>
        </pc:picChg>
        <pc:picChg chg="add mod">
          <ac:chgData name="RICHARD AVERY" userId="33041ff4-ef49-46cd-b021-6ff8b9862bb2" providerId="ADAL" clId="{6BAB4B05-1683-42F8-85CF-50B035D12F67}" dt="2025-05-29T10:21:29.450" v="1156" actId="1076"/>
          <ac:picMkLst>
            <pc:docMk/>
            <pc:sldMk cId="3138381567" sldId="258"/>
            <ac:picMk id="6" creationId="{488F2C0B-B6CF-FF9A-ABE9-9EE911A97EE9}"/>
          </ac:picMkLst>
        </pc:picChg>
        <pc:picChg chg="add mod ord">
          <ac:chgData name="RICHARD AVERY" userId="33041ff4-ef49-46cd-b021-6ff8b9862bb2" providerId="ADAL" clId="{6BAB4B05-1683-42F8-85CF-50B035D12F67}" dt="2025-06-01T00:02:45.092" v="2451"/>
          <ac:picMkLst>
            <pc:docMk/>
            <pc:sldMk cId="3138381567" sldId="258"/>
            <ac:picMk id="8" creationId="{28BE4F52-3996-DCE0-8348-3B31FBFA5602}"/>
          </ac:picMkLst>
        </pc:picChg>
        <pc:picChg chg="add mod">
          <ac:chgData name="RICHARD AVERY" userId="33041ff4-ef49-46cd-b021-6ff8b9862bb2" providerId="ADAL" clId="{6BAB4B05-1683-42F8-85CF-50B035D12F67}" dt="2025-05-29T10:21:27.479" v="1155" actId="1076"/>
          <ac:picMkLst>
            <pc:docMk/>
            <pc:sldMk cId="3138381567" sldId="258"/>
            <ac:picMk id="11" creationId="{C7097CAF-C8B6-BCC5-E59C-EBB85E5ED8BE}"/>
          </ac:picMkLst>
        </pc:picChg>
        <pc:picChg chg="add mod">
          <ac:chgData name="RICHARD AVERY" userId="33041ff4-ef49-46cd-b021-6ff8b9862bb2" providerId="ADAL" clId="{6BAB4B05-1683-42F8-85CF-50B035D12F67}" dt="2025-05-29T10:20:58.685" v="1149" actId="1076"/>
          <ac:picMkLst>
            <pc:docMk/>
            <pc:sldMk cId="3138381567" sldId="258"/>
            <ac:picMk id="20" creationId="{A3BA5E9F-1309-C8E7-A8C1-23EABB9DCF91}"/>
          </ac:picMkLst>
        </pc:picChg>
        <pc:picChg chg="add mod">
          <ac:chgData name="RICHARD AVERY" userId="33041ff4-ef49-46cd-b021-6ff8b9862bb2" providerId="ADAL" clId="{6BAB4B05-1683-42F8-85CF-50B035D12F67}" dt="2025-05-29T10:27:47.433" v="1453" actId="14100"/>
          <ac:picMkLst>
            <pc:docMk/>
            <pc:sldMk cId="3138381567" sldId="258"/>
            <ac:picMk id="48" creationId="{510D08DD-5034-2A85-1765-580E481A43D9}"/>
          </ac:picMkLst>
        </pc:picChg>
        <pc:picChg chg="add mod">
          <ac:chgData name="RICHARD AVERY" userId="33041ff4-ef49-46cd-b021-6ff8b9862bb2" providerId="ADAL" clId="{6BAB4B05-1683-42F8-85CF-50B035D12F67}" dt="2025-05-29T10:28:40.600" v="1567" actId="1076"/>
          <ac:picMkLst>
            <pc:docMk/>
            <pc:sldMk cId="3138381567" sldId="258"/>
            <ac:picMk id="53" creationId="{55B96C23-0D3D-4089-AF59-D4D1B8D4C08F}"/>
          </ac:picMkLst>
        </pc:picChg>
        <pc:cxnChg chg="add mod">
          <ac:chgData name="RICHARD AVERY" userId="33041ff4-ef49-46cd-b021-6ff8b9862bb2" providerId="ADAL" clId="{6BAB4B05-1683-42F8-85CF-50B035D12F67}" dt="2025-05-29T10:21:32.029" v="1157" actId="1076"/>
          <ac:cxnSpMkLst>
            <pc:docMk/>
            <pc:sldMk cId="3138381567" sldId="258"/>
            <ac:cxnSpMk id="9" creationId="{0782BCD0-5842-7CBB-41EF-C69675A5798D}"/>
          </ac:cxnSpMkLst>
        </pc:cxnChg>
        <pc:cxnChg chg="add">
          <ac:chgData name="RICHARD AVERY" userId="33041ff4-ef49-46cd-b021-6ff8b9862bb2" providerId="ADAL" clId="{6BAB4B05-1683-42F8-85CF-50B035D12F67}" dt="2025-05-29T10:09:38.549" v="729" actId="11529"/>
          <ac:cxnSpMkLst>
            <pc:docMk/>
            <pc:sldMk cId="3138381567" sldId="258"/>
            <ac:cxnSpMk id="15" creationId="{5F9A9F96-1721-2C9C-2B52-5FC2B21E81A3}"/>
          </ac:cxnSpMkLst>
        </pc:cxnChg>
        <pc:cxnChg chg="add mod">
          <ac:chgData name="RICHARD AVERY" userId="33041ff4-ef49-46cd-b021-6ff8b9862bb2" providerId="ADAL" clId="{6BAB4B05-1683-42F8-85CF-50B035D12F67}" dt="2025-05-29T10:21:40.015" v="1160" actId="1076"/>
          <ac:cxnSpMkLst>
            <pc:docMk/>
            <pc:sldMk cId="3138381567" sldId="258"/>
            <ac:cxnSpMk id="18" creationId="{EC9F5EE0-7C44-AE98-C0A6-98FDCB5A7B7C}"/>
          </ac:cxnSpMkLst>
        </pc:cxnChg>
        <pc:cxnChg chg="add mod">
          <ac:chgData name="RICHARD AVERY" userId="33041ff4-ef49-46cd-b021-6ff8b9862bb2" providerId="ADAL" clId="{6BAB4B05-1683-42F8-85CF-50B035D12F67}" dt="2025-05-29T10:21:16.291" v="1152" actId="571"/>
          <ac:cxnSpMkLst>
            <pc:docMk/>
            <pc:sldMk cId="3138381567" sldId="258"/>
            <ac:cxnSpMk id="25" creationId="{4F2455AC-CB34-0145-A315-19D32EB64EAF}"/>
          </ac:cxnSpMkLst>
        </pc:cxnChg>
        <pc:cxnChg chg="add">
          <ac:chgData name="RICHARD AVERY" userId="33041ff4-ef49-46cd-b021-6ff8b9862bb2" providerId="ADAL" clId="{6BAB4B05-1683-42F8-85CF-50B035D12F67}" dt="2025-05-29T10:21:51.142" v="1163" actId="11529"/>
          <ac:cxnSpMkLst>
            <pc:docMk/>
            <pc:sldMk cId="3138381567" sldId="258"/>
            <ac:cxnSpMk id="27" creationId="{C4EB50B7-2F75-7901-D71C-D37A76C7B724}"/>
          </ac:cxnSpMkLst>
        </pc:cxnChg>
        <pc:cxnChg chg="add">
          <ac:chgData name="RICHARD AVERY" userId="33041ff4-ef49-46cd-b021-6ff8b9862bb2" providerId="ADAL" clId="{6BAB4B05-1683-42F8-85CF-50B035D12F67}" dt="2025-05-29T10:22:59.469" v="1235" actId="11529"/>
          <ac:cxnSpMkLst>
            <pc:docMk/>
            <pc:sldMk cId="3138381567" sldId="258"/>
            <ac:cxnSpMk id="30" creationId="{EB0CCFE8-55EC-461E-EE54-CEB3A7E1EF5E}"/>
          </ac:cxnSpMkLst>
        </pc:cxnChg>
        <pc:cxnChg chg="add mod">
          <ac:chgData name="RICHARD AVERY" userId="33041ff4-ef49-46cd-b021-6ff8b9862bb2" providerId="ADAL" clId="{6BAB4B05-1683-42F8-85CF-50B035D12F67}" dt="2025-05-29T10:23:33.885" v="1288" actId="14100"/>
          <ac:cxnSpMkLst>
            <pc:docMk/>
            <pc:sldMk cId="3138381567" sldId="258"/>
            <ac:cxnSpMk id="33" creationId="{D7B4D4AD-CF09-5D5A-659B-C1CA1F09DA38}"/>
          </ac:cxnSpMkLst>
        </pc:cxnChg>
        <pc:cxnChg chg="add mod">
          <ac:chgData name="RICHARD AVERY" userId="33041ff4-ef49-46cd-b021-6ff8b9862bb2" providerId="ADAL" clId="{6BAB4B05-1683-42F8-85CF-50B035D12F67}" dt="2025-05-29T10:24:05.998" v="1343" actId="14100"/>
          <ac:cxnSpMkLst>
            <pc:docMk/>
            <pc:sldMk cId="3138381567" sldId="258"/>
            <ac:cxnSpMk id="38" creationId="{BB7EAFA3-B0AE-FC23-15CB-787C92DBCC82}"/>
          </ac:cxnSpMkLst>
        </pc:cxnChg>
        <pc:cxnChg chg="add mod">
          <ac:chgData name="RICHARD AVERY" userId="33041ff4-ef49-46cd-b021-6ff8b9862bb2" providerId="ADAL" clId="{6BAB4B05-1683-42F8-85CF-50B035D12F67}" dt="2025-05-29T10:24:32.914" v="1393" actId="14100"/>
          <ac:cxnSpMkLst>
            <pc:docMk/>
            <pc:sldMk cId="3138381567" sldId="258"/>
            <ac:cxnSpMk id="42" creationId="{0624A7F1-31E9-E196-A5E5-14733FB90C7D}"/>
          </ac:cxnSpMkLst>
        </pc:cxnChg>
        <pc:cxnChg chg="add">
          <ac:chgData name="RICHARD AVERY" userId="33041ff4-ef49-46cd-b021-6ff8b9862bb2" providerId="ADAL" clId="{6BAB4B05-1683-42F8-85CF-50B035D12F67}" dt="2025-05-29T10:28:17.734" v="1561" actId="11529"/>
          <ac:cxnSpMkLst>
            <pc:docMk/>
            <pc:sldMk cId="3138381567" sldId="258"/>
            <ac:cxnSpMk id="51" creationId="{2D705919-B75C-865C-B7A0-0B86B3942053}"/>
          </ac:cxnSpMkLst>
        </pc:cxnChg>
        <pc:cxnChg chg="add">
          <ac:chgData name="RICHARD AVERY" userId="33041ff4-ef49-46cd-b021-6ff8b9862bb2" providerId="ADAL" clId="{6BAB4B05-1683-42F8-85CF-50B035D12F67}" dt="2025-05-29T10:29:11.314" v="1640" actId="11529"/>
          <ac:cxnSpMkLst>
            <pc:docMk/>
            <pc:sldMk cId="3138381567" sldId="258"/>
            <ac:cxnSpMk id="56" creationId="{9ACA32C1-38BA-F4EA-218C-930EA87A38B6}"/>
          </ac:cxnSpMkLst>
        </pc:cxnChg>
        <pc:cxnChg chg="add">
          <ac:chgData name="RICHARD AVERY" userId="33041ff4-ef49-46cd-b021-6ff8b9862bb2" providerId="ADAL" clId="{6BAB4B05-1683-42F8-85CF-50B035D12F67}" dt="2025-05-29T10:30:31.533" v="1841" actId="11529"/>
          <ac:cxnSpMkLst>
            <pc:docMk/>
            <pc:sldMk cId="3138381567" sldId="258"/>
            <ac:cxnSpMk id="60" creationId="{3196D11B-63A5-9517-4E79-3AE42861D009}"/>
          </ac:cxnSpMkLst>
        </pc:cxnChg>
      </pc:sldChg>
      <pc:sldChg chg="delSp add setBg delDesignElem">
        <pc:chgData name="RICHARD AVERY" userId="33041ff4-ef49-46cd-b021-6ff8b9862bb2" providerId="ADAL" clId="{6BAB4B05-1683-42F8-85CF-50B035D12F67}" dt="2025-06-01T00:25:46.845" v="2461"/>
        <pc:sldMkLst>
          <pc:docMk/>
          <pc:sldMk cId="2807950182" sldId="259"/>
        </pc:sldMkLst>
        <pc:spChg chg="del">
          <ac:chgData name="RICHARD AVERY" userId="33041ff4-ef49-46cd-b021-6ff8b9862bb2" providerId="ADAL" clId="{6BAB4B05-1683-42F8-85CF-50B035D12F67}" dt="2025-06-01T00:25:46.845" v="2461"/>
          <ac:spMkLst>
            <pc:docMk/>
            <pc:sldMk cId="2807950182" sldId="259"/>
            <ac:spMk id="28" creationId="{E1750109-3B91-4506-B997-0CD8E35A1488}"/>
          </ac:spMkLst>
        </pc:spChg>
        <pc:spChg chg="del">
          <ac:chgData name="RICHARD AVERY" userId="33041ff4-ef49-46cd-b021-6ff8b9862bb2" providerId="ADAL" clId="{6BAB4B05-1683-42F8-85CF-50B035D12F67}" dt="2025-06-01T00:25:46.845" v="2461"/>
          <ac:spMkLst>
            <pc:docMk/>
            <pc:sldMk cId="2807950182" sldId="259"/>
            <ac:spMk id="30" creationId="{E72D8D1B-59F6-4FF3-8547-9BBB6129F2FA}"/>
          </ac:spMkLst>
        </pc:spChg>
        <pc:spChg chg="del">
          <ac:chgData name="RICHARD AVERY" userId="33041ff4-ef49-46cd-b021-6ff8b9862bb2" providerId="ADAL" clId="{6BAB4B05-1683-42F8-85CF-50B035D12F67}" dt="2025-06-01T00:25:46.845" v="2461"/>
          <ac:spMkLst>
            <pc:docMk/>
            <pc:sldMk cId="2807950182" sldId="259"/>
            <ac:spMk id="32" creationId="{14044C96-7CFD-44DB-A579-D77B0D37C681}"/>
          </ac:spMkLst>
        </pc:spChg>
        <pc:spChg chg="del">
          <ac:chgData name="RICHARD AVERY" userId="33041ff4-ef49-46cd-b021-6ff8b9862bb2" providerId="ADAL" clId="{6BAB4B05-1683-42F8-85CF-50B035D12F67}" dt="2025-06-01T00:25:46.845" v="2461"/>
          <ac:spMkLst>
            <pc:docMk/>
            <pc:sldMk cId="2807950182" sldId="259"/>
            <ac:spMk id="34" creationId="{8FC8C21F-9484-4A71-ABFA-6C10682FAC3E}"/>
          </ac:spMkLst>
        </pc:spChg>
        <pc:spChg chg="del">
          <ac:chgData name="RICHARD AVERY" userId="33041ff4-ef49-46cd-b021-6ff8b9862bb2" providerId="ADAL" clId="{6BAB4B05-1683-42F8-85CF-50B035D12F67}" dt="2025-06-01T00:25:46.845" v="2461"/>
          <ac:spMkLst>
            <pc:docMk/>
            <pc:sldMk cId="2807950182" sldId="259"/>
            <ac:spMk id="36" creationId="{2C444748-5A8D-4B53-89FE-42B455DFA2D1}"/>
          </ac:spMkLst>
        </pc:spChg>
        <pc:spChg chg="del">
          <ac:chgData name="RICHARD AVERY" userId="33041ff4-ef49-46cd-b021-6ff8b9862bb2" providerId="ADAL" clId="{6BAB4B05-1683-42F8-85CF-50B035D12F67}" dt="2025-06-01T00:25:46.845" v="2461"/>
          <ac:spMkLst>
            <pc:docMk/>
            <pc:sldMk cId="2807950182" sldId="259"/>
            <ac:spMk id="38" creationId="{F4FFA271-A10A-4AC3-8F06-E3313A197A8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A0F238-010B-48F2-988D-16A54452A1E1}" type="datetimeFigureOut">
              <a:rPr lang="en-AU" smtClean="0"/>
              <a:t>1/06/2025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6A8A3A-C051-4EC5-84FD-FFF9823CD921}" type="slidenum">
              <a:rPr lang="en-AU" smtClean="0"/>
              <a:t>‹#›</a:t>
            </a:fld>
            <a:endParaRPr lang="en-AU"/>
          </a:p>
        </p:txBody>
      </p:sp>
    </p:spTree>
    <p:extLst>
      <p:ext uri="{BB962C8B-B14F-4D97-AF65-F5344CB8AC3E}">
        <p14:creationId xmlns:p14="http://schemas.microsoft.com/office/powerpoint/2010/main" val="460685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D6A8A3A-C051-4EC5-84FD-FFF9823CD921}" type="slidenum">
              <a:rPr lang="en-AU" smtClean="0"/>
              <a:t>2</a:t>
            </a:fld>
            <a:endParaRPr lang="en-AU"/>
          </a:p>
        </p:txBody>
      </p:sp>
    </p:spTree>
    <p:extLst>
      <p:ext uri="{BB962C8B-B14F-4D97-AF65-F5344CB8AC3E}">
        <p14:creationId xmlns:p14="http://schemas.microsoft.com/office/powerpoint/2010/main" val="615644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Talk about the use of the global standards for hazard colours on the icons. </a:t>
            </a:r>
          </a:p>
        </p:txBody>
      </p:sp>
      <p:sp>
        <p:nvSpPr>
          <p:cNvPr id="4" name="Slide Number Placeholder 3"/>
          <p:cNvSpPr>
            <a:spLocks noGrp="1"/>
          </p:cNvSpPr>
          <p:nvPr>
            <p:ph type="sldNum" sz="quarter" idx="5"/>
          </p:nvPr>
        </p:nvSpPr>
        <p:spPr/>
        <p:txBody>
          <a:bodyPr/>
          <a:lstStyle/>
          <a:p>
            <a:fld id="{BD6A8A3A-C051-4EC5-84FD-FFF9823CD921}" type="slidenum">
              <a:rPr lang="en-AU" smtClean="0"/>
              <a:t>3</a:t>
            </a:fld>
            <a:endParaRPr lang="en-AU"/>
          </a:p>
        </p:txBody>
      </p:sp>
    </p:spTree>
    <p:extLst>
      <p:ext uri="{BB962C8B-B14F-4D97-AF65-F5344CB8AC3E}">
        <p14:creationId xmlns:p14="http://schemas.microsoft.com/office/powerpoint/2010/main" val="1534483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Briefly touch on the admin page functionality as an extra piece.</a:t>
            </a:r>
          </a:p>
        </p:txBody>
      </p:sp>
      <p:sp>
        <p:nvSpPr>
          <p:cNvPr id="4" name="Slide Number Placeholder 3"/>
          <p:cNvSpPr>
            <a:spLocks noGrp="1"/>
          </p:cNvSpPr>
          <p:nvPr>
            <p:ph type="sldNum" sz="quarter" idx="5"/>
          </p:nvPr>
        </p:nvSpPr>
        <p:spPr/>
        <p:txBody>
          <a:bodyPr/>
          <a:lstStyle/>
          <a:p>
            <a:fld id="{BD6A8A3A-C051-4EC5-84FD-FFF9823CD921}" type="slidenum">
              <a:rPr lang="en-AU" smtClean="0"/>
              <a:t>4</a:t>
            </a:fld>
            <a:endParaRPr lang="en-AU"/>
          </a:p>
        </p:txBody>
      </p:sp>
    </p:spTree>
    <p:extLst>
      <p:ext uri="{BB962C8B-B14F-4D97-AF65-F5344CB8AC3E}">
        <p14:creationId xmlns:p14="http://schemas.microsoft.com/office/powerpoint/2010/main" val="3405632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940E-873B-6EF7-C110-8F0D58CE9A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3DBCBC34-B286-9C15-42AE-C0A6EFB1A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6114B1D-19B0-CAB0-DF1B-081EC8B5DFD6}"/>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5D0BC12A-3FA5-AA49-7834-4FF33F7ADA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AA8FE6D-AF33-D14C-93A6-3119F80CC9C0}"/>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42297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8F23-BF6A-5995-AED0-4FA28DC66244}"/>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9257488-7906-7044-5A9E-DF07956A30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CCCCD1E-6ED6-4704-A718-9B6551CAF01B}"/>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6E048227-B12F-D646-668E-248DCF86D33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A8D4F56-ADAE-E614-9757-ECF01884F2CD}"/>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3147370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39EB5-7B4C-1CA7-937A-419A985ABC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9A8AF3D-F24A-5463-F505-3D0D248042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808F61-9FAD-F6DA-BCF8-0A9DDA9A1998}"/>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B080F470-C33C-8FCC-01B9-42DC2A812F3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5CEF80-7B91-3F99-00D8-62598F04B5E4}"/>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2869990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A0BF2-CF3B-46D0-42A8-A5C6A194F06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284E023-D583-5483-C486-B23642FED1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673B516-D0A7-27A7-DF17-7316D7BA3B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455F5CC-4AC0-2FAC-ABDE-D2FF5C6E67BF}"/>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6" name="Footer Placeholder 5">
            <a:extLst>
              <a:ext uri="{FF2B5EF4-FFF2-40B4-BE49-F238E27FC236}">
                <a16:creationId xmlns:a16="http://schemas.microsoft.com/office/drawing/2014/main" id="{FEA7451C-09F9-0010-EBC0-B9DC5D598AE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F8B09E5-0711-28B9-741A-C98AE307DF8C}"/>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2649089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9EB89-320E-1145-E4A2-8808DAB62FA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6A413B0-EA92-7579-2474-EE264849E0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D071C4-5ABF-C55E-EB93-05B29146AE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A345848-2C8D-3418-C0BA-CB17F3564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DDEE26-42E5-59F0-04A2-CAD2C12013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252B38C-DD32-35E5-BF83-91145E742035}"/>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8" name="Footer Placeholder 7">
            <a:extLst>
              <a:ext uri="{FF2B5EF4-FFF2-40B4-BE49-F238E27FC236}">
                <a16:creationId xmlns:a16="http://schemas.microsoft.com/office/drawing/2014/main" id="{05726A5C-F806-46F9-7FA4-99693A66E20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BF7C6BC-A895-CD6D-539F-49A9CB1269A7}"/>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1356518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2888D-DD38-512C-2EC6-052018AFD7F2}"/>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943DBBD0-BFBC-FBEB-27B2-317BF3CBED04}"/>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4" name="Footer Placeholder 3">
            <a:extLst>
              <a:ext uri="{FF2B5EF4-FFF2-40B4-BE49-F238E27FC236}">
                <a16:creationId xmlns:a16="http://schemas.microsoft.com/office/drawing/2014/main" id="{06A710EE-9903-98E7-4F8C-C7DD1B610DA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6ABE2A-08CA-8CED-52CB-72760E966931}"/>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3744294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3587FF-8CE0-791E-C5EA-0DBE52E92158}"/>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3" name="Footer Placeholder 2">
            <a:extLst>
              <a:ext uri="{FF2B5EF4-FFF2-40B4-BE49-F238E27FC236}">
                <a16:creationId xmlns:a16="http://schemas.microsoft.com/office/drawing/2014/main" id="{FF153050-5AF9-4A24-9EF8-036A3F23D32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8FA8DCA-F242-8480-4DD5-5B59D2FC496B}"/>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2609653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10B33-BE75-D438-016E-A4277F5D50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BF45351-88F3-9D48-C0A1-0C11AC7C4D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244A3B7-8456-953E-4447-799471A23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4B81CC-D9EB-78E0-C67E-3E21CBE88EB6}"/>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6" name="Footer Placeholder 5">
            <a:extLst>
              <a:ext uri="{FF2B5EF4-FFF2-40B4-BE49-F238E27FC236}">
                <a16:creationId xmlns:a16="http://schemas.microsoft.com/office/drawing/2014/main" id="{A5DE166B-7B44-6C54-3760-65C3D61978E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7CDB2A3-6A0B-76CF-8CE9-A91ADF523932}"/>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1722777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E12DC-BA31-11C4-A074-2CD0BDBB53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7CE26E5-A505-5346-984A-830F9C660B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B5CFCD7-C807-D1CB-4FE6-D3A60CB462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837A2-CB5B-538B-1C97-7C0FB10393E7}"/>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6" name="Footer Placeholder 5">
            <a:extLst>
              <a:ext uri="{FF2B5EF4-FFF2-40B4-BE49-F238E27FC236}">
                <a16:creationId xmlns:a16="http://schemas.microsoft.com/office/drawing/2014/main" id="{7BC8E03C-ADCF-8641-3661-8CAD9BDDC6D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C975DC3-B42A-71FA-A819-813A55037025}"/>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273426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A913-ED7A-2BFF-3C80-65578E22470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2700A12-A1AC-26E0-AAE6-16F31DDC1F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ED53795-C3CD-9881-67A4-31A42EEEFF50}"/>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AAB9CC48-E07C-BD63-B420-9B095F75870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41405F9-3FE1-DBB7-2934-AAE21A5C2BE0}"/>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137022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793C18-DFBB-063B-0DF1-AB31DAA552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4C8D5E3-2FFE-2989-44E7-B0C993A079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164730B-9F16-B569-0789-98D3F25F76D7}"/>
              </a:ext>
            </a:extLst>
          </p:cNvPr>
          <p:cNvSpPr>
            <a:spLocks noGrp="1"/>
          </p:cNvSpPr>
          <p:nvPr>
            <p:ph type="dt" sz="half" idx="10"/>
          </p:nvPr>
        </p:nvSpPr>
        <p:spPr/>
        <p:txBody>
          <a:body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3F055DB4-8F4D-CCE1-10CF-F4820DACD4A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33C945-C67C-AC6A-72B7-9BB1DAC233E8}"/>
              </a:ext>
            </a:extLst>
          </p:cNvPr>
          <p:cNvSpPr>
            <a:spLocks noGrp="1"/>
          </p:cNvSpPr>
          <p:nvPr>
            <p:ph type="sldNum" sz="quarter" idx="12"/>
          </p:nvPr>
        </p:nvSpPr>
        <p:spPr/>
        <p:txBody>
          <a:bodyPr/>
          <a:lstStyle/>
          <a:p>
            <a:fld id="{93F310ED-E62A-4A0E-B4CC-ABABD82060F7}" type="slidenum">
              <a:rPr lang="en-AU" smtClean="0"/>
              <a:t>‹#›</a:t>
            </a:fld>
            <a:endParaRPr lang="en-AU"/>
          </a:p>
        </p:txBody>
      </p:sp>
    </p:spTree>
    <p:extLst>
      <p:ext uri="{BB962C8B-B14F-4D97-AF65-F5344CB8AC3E}">
        <p14:creationId xmlns:p14="http://schemas.microsoft.com/office/powerpoint/2010/main" val="1884166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548FB6-D34F-2C26-543E-9E7162E9B5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6D90102-431B-0FAB-8589-4962E640DA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4C30870-47A9-2EBE-4954-07034F6BAE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94A02A-306A-42E7-B38C-2A6E79E1D15A}" type="datetimeFigureOut">
              <a:rPr lang="en-AU" smtClean="0"/>
              <a:t>1/06/2025</a:t>
            </a:fld>
            <a:endParaRPr lang="en-AU"/>
          </a:p>
        </p:txBody>
      </p:sp>
      <p:sp>
        <p:nvSpPr>
          <p:cNvPr id="5" name="Footer Placeholder 4">
            <a:extLst>
              <a:ext uri="{FF2B5EF4-FFF2-40B4-BE49-F238E27FC236}">
                <a16:creationId xmlns:a16="http://schemas.microsoft.com/office/drawing/2014/main" id="{279C21CF-D03E-03BC-C86A-B6AF8B553B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92E58920-F7B7-54F8-F21E-22192B429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F310ED-E62A-4A0E-B4CC-ABABD82060F7}" type="slidenum">
              <a:rPr lang="en-AU" smtClean="0"/>
              <a:t>‹#›</a:t>
            </a:fld>
            <a:endParaRPr lang="en-AU"/>
          </a:p>
        </p:txBody>
      </p:sp>
    </p:spTree>
    <p:extLst>
      <p:ext uri="{BB962C8B-B14F-4D97-AF65-F5344CB8AC3E}">
        <p14:creationId xmlns:p14="http://schemas.microsoft.com/office/powerpoint/2010/main" val="1915942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elpasomatters.org/2020/06/01/protesters-police-trade-blame-for-violence-at-memorial-park/" TargetMode="External"/><Relationship Id="rId3" Type="http://schemas.openxmlformats.org/officeDocument/2006/relationships/hyperlink" Target="https://commons.wikimedia.org/wiki/Category:Wildfires_in_Malaysia" TargetMode="External"/><Relationship Id="rId7"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aamjanata.com/cyclone-phailin-information-page/" TargetMode="External"/><Relationship Id="rId4" Type="http://schemas.openxmlformats.org/officeDocument/2006/relationships/image" Target="../media/image2.png"/><Relationship Id="rId9"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fire on the road&#10;&#10;AI-generated content may be incorrect.">
            <a:extLst>
              <a:ext uri="{FF2B5EF4-FFF2-40B4-BE49-F238E27FC236}">
                <a16:creationId xmlns:a16="http://schemas.microsoft.com/office/drawing/2014/main" id="{3CCDC3BA-36B3-F251-6C0B-C4804F5C463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313518" y="800507"/>
            <a:ext cx="3252903" cy="2168602"/>
          </a:xfrm>
          <a:prstGeom prst="rect">
            <a:avLst/>
          </a:prstGeom>
        </p:spPr>
      </p:pic>
      <p:pic>
        <p:nvPicPr>
          <p:cNvPr id="20" name="Picture 19" descr="A map of a hurricane&#10;&#10;AI-generated content may be incorrect.">
            <a:extLst>
              <a:ext uri="{FF2B5EF4-FFF2-40B4-BE49-F238E27FC236}">
                <a16:creationId xmlns:a16="http://schemas.microsoft.com/office/drawing/2014/main" id="{1DB03C59-D092-F4B1-3A46-35620F07C55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22549" y="3897279"/>
            <a:ext cx="3104943" cy="2173460"/>
          </a:xfrm>
          <a:prstGeom prst="rect">
            <a:avLst/>
          </a:prstGeom>
        </p:spPr>
      </p:pic>
      <p:pic>
        <p:nvPicPr>
          <p:cNvPr id="11" name="Picture 10" descr="A logo on a black background&#10;&#10;AI-generated content may be incorrect.">
            <a:extLst>
              <a:ext uri="{FF2B5EF4-FFF2-40B4-BE49-F238E27FC236}">
                <a16:creationId xmlns:a16="http://schemas.microsoft.com/office/drawing/2014/main" id="{04563644-4933-1DBD-8017-B6242666B3D7}"/>
              </a:ext>
            </a:extLst>
          </p:cNvPr>
          <p:cNvPicPr>
            <a:picLocks noChangeAspect="1"/>
          </p:cNvPicPr>
          <p:nvPr/>
        </p:nvPicPr>
        <p:blipFill>
          <a:blip r:embed="rId6"/>
          <a:stretch>
            <a:fillRect/>
          </a:stretch>
        </p:blipFill>
        <p:spPr>
          <a:xfrm>
            <a:off x="4381676" y="1809578"/>
            <a:ext cx="3252903" cy="3252903"/>
          </a:xfrm>
          <a:prstGeom prst="rect">
            <a:avLst/>
          </a:prstGeom>
        </p:spPr>
      </p:pic>
      <p:pic>
        <p:nvPicPr>
          <p:cNvPr id="15" name="Picture 14" descr="A group of people walking in front of a fireworks&#10;&#10;AI-generated content may be incorrect.">
            <a:extLst>
              <a:ext uri="{FF2B5EF4-FFF2-40B4-BE49-F238E27FC236}">
                <a16:creationId xmlns:a16="http://schemas.microsoft.com/office/drawing/2014/main" id="{AFA63ADB-78E3-56FD-6686-A5BB81893077}"/>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548568" y="974182"/>
            <a:ext cx="3252903" cy="1799829"/>
          </a:xfrm>
          <a:prstGeom prst="rect">
            <a:avLst/>
          </a:prstGeom>
        </p:spPr>
      </p:pic>
      <p:pic>
        <p:nvPicPr>
          <p:cNvPr id="13" name="Picture 12" descr="Red pinpointers pinned on a road">
            <a:extLst>
              <a:ext uri="{FF2B5EF4-FFF2-40B4-BE49-F238E27FC236}">
                <a16:creationId xmlns:a16="http://schemas.microsoft.com/office/drawing/2014/main" id="{A41591ED-3879-7641-579E-976277B0D19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78897" y="4020466"/>
            <a:ext cx="3122143" cy="2084030"/>
          </a:xfrm>
          <a:prstGeom prst="rect">
            <a:avLst/>
          </a:prstGeom>
        </p:spPr>
      </p:pic>
    </p:spTree>
    <p:extLst>
      <p:ext uri="{BB962C8B-B14F-4D97-AF65-F5344CB8AC3E}">
        <p14:creationId xmlns:p14="http://schemas.microsoft.com/office/powerpoint/2010/main" val="2807950182"/>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randombar(horizontal)">
                                      <p:cBhvr>
                                        <p:cTn id="19" dur="500"/>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45"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2000"/>
                                        <p:tgtEl>
                                          <p:spTgt spid="13"/>
                                        </p:tgtEl>
                                      </p:cBhvr>
                                    </p:animEffect>
                                    <p:anim calcmode="lin" valueType="num">
                                      <p:cBhvr>
                                        <p:cTn id="25" dur="2000" fill="hold"/>
                                        <p:tgtEl>
                                          <p:spTgt spid="13"/>
                                        </p:tgtEl>
                                        <p:attrNameLst>
                                          <p:attrName>ppt_w</p:attrName>
                                        </p:attrNameLst>
                                      </p:cBhvr>
                                      <p:tavLst>
                                        <p:tav tm="0" fmla="#ppt_w*sin(2.5*pi*$)">
                                          <p:val>
                                            <p:fltVal val="0"/>
                                          </p:val>
                                        </p:tav>
                                        <p:tav tm="100000">
                                          <p:val>
                                            <p:fltVal val="1"/>
                                          </p:val>
                                        </p:tav>
                                      </p:tavLst>
                                    </p:anim>
                                    <p:anim calcmode="lin" valueType="num">
                                      <p:cBhvr>
                                        <p:cTn id="26" dur="20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arn(inVertical)">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1030" name="Picture 6" descr="⛈️ SEVERE STORM BRINGS FLASH FLOODING - #NEWCASTLE AREA - 6:40PM, Wednesday  30th April A severe storm has impacted the Newcastle and Hunter region this  afternoon, resulting in significant flash flooding across">
            <a:extLst>
              <a:ext uri="{FF2B5EF4-FFF2-40B4-BE49-F238E27FC236}">
                <a16:creationId xmlns:a16="http://schemas.microsoft.com/office/drawing/2014/main" id="{445C3104-AD31-4505-1171-164EB9E1E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939" y="453238"/>
            <a:ext cx="2173220" cy="27138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eath toll rises to three as NSW floods hammer Mid North Coast - ABC News">
            <a:extLst>
              <a:ext uri="{FF2B5EF4-FFF2-40B4-BE49-F238E27FC236}">
                <a16:creationId xmlns:a16="http://schemas.microsoft.com/office/drawing/2014/main" id="{94FA7E5F-2DBF-F6F8-32D4-275375F816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434" y="3690940"/>
            <a:ext cx="5053296" cy="2843212"/>
          </a:xfrm>
          <a:prstGeom prst="rect">
            <a:avLst/>
          </a:prstGeom>
          <a:noFill/>
          <a:extLst>
            <a:ext uri="{909E8E84-426E-40DD-AFC4-6F175D3DCCD1}">
              <a14:hiddenFill xmlns:a14="http://schemas.microsoft.com/office/drawing/2010/main">
                <a:solidFill>
                  <a:srgbClr val="FFFFFF"/>
                </a:solidFill>
              </a14:hiddenFill>
            </a:ext>
          </a:extLst>
        </p:spPr>
      </p:pic>
      <p:sp>
        <p:nvSpPr>
          <p:cNvPr id="4" name="Cloud 3">
            <a:extLst>
              <a:ext uri="{FF2B5EF4-FFF2-40B4-BE49-F238E27FC236}">
                <a16:creationId xmlns:a16="http://schemas.microsoft.com/office/drawing/2014/main" id="{54A25444-AF9D-0465-313A-3273AF85D5D3}"/>
              </a:ext>
            </a:extLst>
          </p:cNvPr>
          <p:cNvSpPr/>
          <p:nvPr/>
        </p:nvSpPr>
        <p:spPr>
          <a:xfrm>
            <a:off x="116172" y="2727515"/>
            <a:ext cx="2593063" cy="1445442"/>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dirty="0"/>
              <a:t>May 2025 Newcastle-Mid North Coast Floods</a:t>
            </a:r>
          </a:p>
        </p:txBody>
      </p:sp>
      <p:sp>
        <p:nvSpPr>
          <p:cNvPr id="5" name="Speech Bubble: Rectangle 4">
            <a:extLst>
              <a:ext uri="{FF2B5EF4-FFF2-40B4-BE49-F238E27FC236}">
                <a16:creationId xmlns:a16="http://schemas.microsoft.com/office/drawing/2014/main" id="{2730DF34-2086-9D48-B211-E99499482C36}"/>
              </a:ext>
            </a:extLst>
          </p:cNvPr>
          <p:cNvSpPr/>
          <p:nvPr/>
        </p:nvSpPr>
        <p:spPr>
          <a:xfrm>
            <a:off x="3021082" y="1904634"/>
            <a:ext cx="2414132" cy="1430448"/>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“I’ve been driving around for 7 hours trying to find a way north and all the navigational apps have been wrong” – (Post seen on Facebook)</a:t>
            </a:r>
          </a:p>
        </p:txBody>
      </p:sp>
      <p:sp>
        <p:nvSpPr>
          <p:cNvPr id="7" name="Rectangle: Rounded Corners 6">
            <a:extLst>
              <a:ext uri="{FF2B5EF4-FFF2-40B4-BE49-F238E27FC236}">
                <a16:creationId xmlns:a16="http://schemas.microsoft.com/office/drawing/2014/main" id="{A952360B-AA0A-B99E-A742-05502A9FBCB4}"/>
              </a:ext>
            </a:extLst>
          </p:cNvPr>
          <p:cNvSpPr/>
          <p:nvPr/>
        </p:nvSpPr>
        <p:spPr>
          <a:xfrm>
            <a:off x="6219506" y="2540686"/>
            <a:ext cx="5053295" cy="15887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b="1" u="sng" dirty="0"/>
              <a:t>Concept:</a:t>
            </a:r>
            <a:r>
              <a:rPr lang="en-AU" sz="1400" dirty="0"/>
              <a:t> During major weather events, users can view, and report hazards they have witnessed including exact locations, descriptions and images.</a:t>
            </a:r>
          </a:p>
        </p:txBody>
      </p:sp>
      <p:sp>
        <p:nvSpPr>
          <p:cNvPr id="8" name="Rectangle: Rounded Corners 7">
            <a:extLst>
              <a:ext uri="{FF2B5EF4-FFF2-40B4-BE49-F238E27FC236}">
                <a16:creationId xmlns:a16="http://schemas.microsoft.com/office/drawing/2014/main" id="{52C01278-3E2A-2FA0-8E59-305F6A29AAF0}"/>
              </a:ext>
            </a:extLst>
          </p:cNvPr>
          <p:cNvSpPr/>
          <p:nvPr/>
        </p:nvSpPr>
        <p:spPr>
          <a:xfrm>
            <a:off x="8958518" y="323849"/>
            <a:ext cx="2266201" cy="18158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1600" b="1" u="sng" dirty="0"/>
              <a:t>Target Customers:</a:t>
            </a:r>
          </a:p>
          <a:p>
            <a:pPr marL="285750" indent="-285750">
              <a:buFontTx/>
              <a:buChar char="-"/>
            </a:pPr>
            <a:r>
              <a:rPr lang="en-AU" sz="1400" dirty="0"/>
              <a:t>Commuters</a:t>
            </a:r>
          </a:p>
          <a:p>
            <a:pPr marL="285750" indent="-285750">
              <a:buFontTx/>
              <a:buChar char="-"/>
            </a:pPr>
            <a:r>
              <a:rPr lang="en-AU" sz="1400" dirty="0"/>
              <a:t>Travellers</a:t>
            </a:r>
          </a:p>
          <a:p>
            <a:pPr marL="285750" indent="-285750">
              <a:buFontTx/>
              <a:buChar char="-"/>
            </a:pPr>
            <a:r>
              <a:rPr lang="en-AU" sz="1400" dirty="0"/>
              <a:t>Logistics Companies</a:t>
            </a:r>
          </a:p>
          <a:p>
            <a:pPr marL="285750" indent="-285750">
              <a:buFontTx/>
              <a:buChar char="-"/>
            </a:pPr>
            <a:r>
              <a:rPr lang="en-AU" sz="1400" dirty="0"/>
              <a:t>Government Agencies</a:t>
            </a:r>
          </a:p>
          <a:p>
            <a:pPr marL="285750" indent="-285750">
              <a:buFontTx/>
              <a:buChar char="-"/>
            </a:pPr>
            <a:r>
              <a:rPr lang="en-AU" sz="1400" dirty="0"/>
              <a:t>SES</a:t>
            </a:r>
          </a:p>
        </p:txBody>
      </p:sp>
      <p:sp>
        <p:nvSpPr>
          <p:cNvPr id="9" name="Rectangle: Rounded Corners 8">
            <a:extLst>
              <a:ext uri="{FF2B5EF4-FFF2-40B4-BE49-F238E27FC236}">
                <a16:creationId xmlns:a16="http://schemas.microsoft.com/office/drawing/2014/main" id="{ED847631-9825-C933-5C77-A1E25AE5A169}"/>
              </a:ext>
            </a:extLst>
          </p:cNvPr>
          <p:cNvSpPr/>
          <p:nvPr/>
        </p:nvSpPr>
        <p:spPr>
          <a:xfrm>
            <a:off x="5832193" y="4516948"/>
            <a:ext cx="5865373" cy="19231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b="1" u="sng" dirty="0"/>
              <a:t>Solving the issue</a:t>
            </a:r>
          </a:p>
          <a:p>
            <a:pPr algn="ctr"/>
            <a:r>
              <a:rPr lang="en-AU" sz="1400" dirty="0"/>
              <a:t>The Disaster Map can provide users of the road with vital information before starting their commute. Unlike navigational apps, users can identify the roads that are blocked due to flooding, fallen trees etc.</a:t>
            </a:r>
          </a:p>
        </p:txBody>
      </p:sp>
      <p:pic>
        <p:nvPicPr>
          <p:cNvPr id="15" name="Picture 14" descr="A black and blue logo&#10;&#10;AI-generated content may be incorrect.">
            <a:extLst>
              <a:ext uri="{FF2B5EF4-FFF2-40B4-BE49-F238E27FC236}">
                <a16:creationId xmlns:a16="http://schemas.microsoft.com/office/drawing/2014/main" id="{0177F9A6-E538-34A4-A8F0-3CC5D09B1C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7006" y="-33723"/>
            <a:ext cx="5622882" cy="1938357"/>
          </a:xfrm>
          <a:prstGeom prst="rect">
            <a:avLst/>
          </a:prstGeom>
        </p:spPr>
      </p:pic>
    </p:spTree>
    <p:extLst>
      <p:ext uri="{BB962C8B-B14F-4D97-AF65-F5344CB8AC3E}">
        <p14:creationId xmlns:p14="http://schemas.microsoft.com/office/powerpoint/2010/main" val="2908254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4922C0-2345-5174-C78F-166145D40381}"/>
              </a:ext>
            </a:extLst>
          </p:cNvPr>
          <p:cNvSpPr/>
          <p:nvPr/>
        </p:nvSpPr>
        <p:spPr>
          <a:xfrm>
            <a:off x="3418257" y="292418"/>
            <a:ext cx="4590107" cy="814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User Story: As a user who lives in Newcastle, I want to travel north to Forster. I want to check if there are any hazards along the way.</a:t>
            </a:r>
          </a:p>
        </p:txBody>
      </p:sp>
      <p:pic>
        <p:nvPicPr>
          <p:cNvPr id="6" name="Picture 5">
            <a:extLst>
              <a:ext uri="{FF2B5EF4-FFF2-40B4-BE49-F238E27FC236}">
                <a16:creationId xmlns:a16="http://schemas.microsoft.com/office/drawing/2014/main" id="{7D409BFA-6F38-0236-87C8-A8B54208C332}"/>
              </a:ext>
            </a:extLst>
          </p:cNvPr>
          <p:cNvPicPr>
            <a:picLocks noChangeAspect="1"/>
          </p:cNvPicPr>
          <p:nvPr/>
        </p:nvPicPr>
        <p:blipFill>
          <a:blip r:embed="rId3"/>
          <a:stretch>
            <a:fillRect/>
          </a:stretch>
        </p:blipFill>
        <p:spPr>
          <a:xfrm>
            <a:off x="344031" y="1978282"/>
            <a:ext cx="2027976" cy="4226849"/>
          </a:xfrm>
          <a:prstGeom prst="rect">
            <a:avLst/>
          </a:prstGeom>
        </p:spPr>
      </p:pic>
      <p:cxnSp>
        <p:nvCxnSpPr>
          <p:cNvPr id="11" name="Straight Arrow Connector 10">
            <a:extLst>
              <a:ext uri="{FF2B5EF4-FFF2-40B4-BE49-F238E27FC236}">
                <a16:creationId xmlns:a16="http://schemas.microsoft.com/office/drawing/2014/main" id="{972B5FC9-FFF0-7135-BEC3-BEE4CC15AAE7}"/>
              </a:ext>
            </a:extLst>
          </p:cNvPr>
          <p:cNvCxnSpPr>
            <a:cxnSpLocks/>
          </p:cNvCxnSpPr>
          <p:nvPr/>
        </p:nvCxnSpPr>
        <p:spPr>
          <a:xfrm>
            <a:off x="1208344" y="1906556"/>
            <a:ext cx="149675" cy="2049808"/>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B596E924-03AE-EB2E-CEE0-24CCD0CA5418}"/>
              </a:ext>
            </a:extLst>
          </p:cNvPr>
          <p:cNvCxnSpPr/>
          <p:nvPr/>
        </p:nvCxnSpPr>
        <p:spPr>
          <a:xfrm flipV="1">
            <a:off x="1358019" y="4091706"/>
            <a:ext cx="80256" cy="21826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6E813A37-78F6-0F99-DBCC-27DA19E671DF}"/>
              </a:ext>
            </a:extLst>
          </p:cNvPr>
          <p:cNvPicPr>
            <a:picLocks noChangeAspect="1"/>
          </p:cNvPicPr>
          <p:nvPr/>
        </p:nvPicPr>
        <p:blipFill>
          <a:blip r:embed="rId4"/>
          <a:stretch>
            <a:fillRect/>
          </a:stretch>
        </p:blipFill>
        <p:spPr>
          <a:xfrm>
            <a:off x="2707705" y="1962150"/>
            <a:ext cx="2027975" cy="4226849"/>
          </a:xfrm>
          <a:prstGeom prst="rect">
            <a:avLst/>
          </a:prstGeom>
        </p:spPr>
      </p:pic>
      <p:cxnSp>
        <p:nvCxnSpPr>
          <p:cNvPr id="22" name="Straight Arrow Connector 21">
            <a:extLst>
              <a:ext uri="{FF2B5EF4-FFF2-40B4-BE49-F238E27FC236}">
                <a16:creationId xmlns:a16="http://schemas.microsoft.com/office/drawing/2014/main" id="{F6636963-75A5-A5EA-545B-826B2B3DD0D0}"/>
              </a:ext>
            </a:extLst>
          </p:cNvPr>
          <p:cNvCxnSpPr>
            <a:cxnSpLocks/>
          </p:cNvCxnSpPr>
          <p:nvPr/>
        </p:nvCxnSpPr>
        <p:spPr>
          <a:xfrm flipV="1">
            <a:off x="3648545" y="5514201"/>
            <a:ext cx="70731" cy="7212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E5D435C-F49E-B040-DA73-B90A0C8DAB18}"/>
              </a:ext>
            </a:extLst>
          </p:cNvPr>
          <p:cNvCxnSpPr/>
          <p:nvPr/>
        </p:nvCxnSpPr>
        <p:spPr>
          <a:xfrm flipH="1">
            <a:off x="3552825" y="1909041"/>
            <a:ext cx="66675" cy="14056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8" name="Picture 27">
            <a:extLst>
              <a:ext uri="{FF2B5EF4-FFF2-40B4-BE49-F238E27FC236}">
                <a16:creationId xmlns:a16="http://schemas.microsoft.com/office/drawing/2014/main" id="{1440923B-7E02-2D4D-61B3-F7108ADEA5AB}"/>
              </a:ext>
            </a:extLst>
          </p:cNvPr>
          <p:cNvPicPr>
            <a:picLocks noChangeAspect="1"/>
          </p:cNvPicPr>
          <p:nvPr/>
        </p:nvPicPr>
        <p:blipFill>
          <a:blip r:embed="rId3"/>
          <a:stretch>
            <a:fillRect/>
          </a:stretch>
        </p:blipFill>
        <p:spPr>
          <a:xfrm>
            <a:off x="5071378" y="1952624"/>
            <a:ext cx="2027976" cy="4226849"/>
          </a:xfrm>
          <a:prstGeom prst="rect">
            <a:avLst/>
          </a:prstGeom>
        </p:spPr>
      </p:pic>
      <p:sp>
        <p:nvSpPr>
          <p:cNvPr id="29" name="TextBox 28">
            <a:extLst>
              <a:ext uri="{FF2B5EF4-FFF2-40B4-BE49-F238E27FC236}">
                <a16:creationId xmlns:a16="http://schemas.microsoft.com/office/drawing/2014/main" id="{4C03EE37-2287-4C96-C293-E16296FEDF50}"/>
              </a:ext>
            </a:extLst>
          </p:cNvPr>
          <p:cNvSpPr txBox="1"/>
          <p:nvPr/>
        </p:nvSpPr>
        <p:spPr>
          <a:xfrm>
            <a:off x="5333280" y="6196622"/>
            <a:ext cx="1552575" cy="553998"/>
          </a:xfrm>
          <a:prstGeom prst="rect">
            <a:avLst/>
          </a:prstGeom>
          <a:noFill/>
        </p:spPr>
        <p:txBody>
          <a:bodyPr wrap="square" rtlCol="0">
            <a:spAutoFit/>
          </a:bodyPr>
          <a:lstStyle/>
          <a:p>
            <a:r>
              <a:rPr lang="en-AU" sz="1000" dirty="0"/>
              <a:t>A user can navigate to the Search page to find hazards in other areas</a:t>
            </a:r>
          </a:p>
        </p:txBody>
      </p:sp>
      <p:cxnSp>
        <p:nvCxnSpPr>
          <p:cNvPr id="31" name="Straight Arrow Connector 30">
            <a:extLst>
              <a:ext uri="{FF2B5EF4-FFF2-40B4-BE49-F238E27FC236}">
                <a16:creationId xmlns:a16="http://schemas.microsoft.com/office/drawing/2014/main" id="{196770D0-BAD2-B2B4-E5AD-BC8CCF70BA15}"/>
              </a:ext>
            </a:extLst>
          </p:cNvPr>
          <p:cNvCxnSpPr/>
          <p:nvPr/>
        </p:nvCxnSpPr>
        <p:spPr>
          <a:xfrm flipV="1">
            <a:off x="5857875" y="5961876"/>
            <a:ext cx="0" cy="27362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34" name="Picture 33">
            <a:extLst>
              <a:ext uri="{FF2B5EF4-FFF2-40B4-BE49-F238E27FC236}">
                <a16:creationId xmlns:a16="http://schemas.microsoft.com/office/drawing/2014/main" id="{733BC382-83CB-BFFF-7882-98EC68DAFBB2}"/>
              </a:ext>
            </a:extLst>
          </p:cNvPr>
          <p:cNvPicPr>
            <a:picLocks noChangeAspect="1"/>
          </p:cNvPicPr>
          <p:nvPr/>
        </p:nvPicPr>
        <p:blipFill>
          <a:blip r:embed="rId5"/>
          <a:stretch>
            <a:fillRect/>
          </a:stretch>
        </p:blipFill>
        <p:spPr>
          <a:xfrm>
            <a:off x="7442254" y="1964424"/>
            <a:ext cx="2027976" cy="4226089"/>
          </a:xfrm>
          <a:prstGeom prst="rect">
            <a:avLst/>
          </a:prstGeom>
        </p:spPr>
      </p:pic>
      <p:sp>
        <p:nvSpPr>
          <p:cNvPr id="35" name="TextBox 34">
            <a:extLst>
              <a:ext uri="{FF2B5EF4-FFF2-40B4-BE49-F238E27FC236}">
                <a16:creationId xmlns:a16="http://schemas.microsoft.com/office/drawing/2014/main" id="{A58FE050-540F-1FA4-5FBF-D7A2BAE38526}"/>
              </a:ext>
            </a:extLst>
          </p:cNvPr>
          <p:cNvSpPr txBox="1"/>
          <p:nvPr/>
        </p:nvSpPr>
        <p:spPr>
          <a:xfrm>
            <a:off x="7623229" y="1424284"/>
            <a:ext cx="1617410" cy="553998"/>
          </a:xfrm>
          <a:prstGeom prst="rect">
            <a:avLst/>
          </a:prstGeom>
          <a:noFill/>
        </p:spPr>
        <p:txBody>
          <a:bodyPr wrap="square" rtlCol="0">
            <a:spAutoFit/>
          </a:bodyPr>
          <a:lstStyle/>
          <a:p>
            <a:r>
              <a:rPr lang="en-AU" sz="1000" dirty="0"/>
              <a:t>A user can search any area they like to see if any hazards are in the area</a:t>
            </a:r>
          </a:p>
        </p:txBody>
      </p:sp>
      <p:cxnSp>
        <p:nvCxnSpPr>
          <p:cNvPr id="37" name="Straight Arrow Connector 36">
            <a:extLst>
              <a:ext uri="{FF2B5EF4-FFF2-40B4-BE49-F238E27FC236}">
                <a16:creationId xmlns:a16="http://schemas.microsoft.com/office/drawing/2014/main" id="{0D0A890C-A775-4CCC-598C-6F79A40F9135}"/>
              </a:ext>
            </a:extLst>
          </p:cNvPr>
          <p:cNvCxnSpPr/>
          <p:nvPr/>
        </p:nvCxnSpPr>
        <p:spPr>
          <a:xfrm flipH="1">
            <a:off x="8284296" y="1906556"/>
            <a:ext cx="180975" cy="7053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744F198B-C3AC-257F-B8B9-268D987849F5}"/>
              </a:ext>
            </a:extLst>
          </p:cNvPr>
          <p:cNvSpPr/>
          <p:nvPr/>
        </p:nvSpPr>
        <p:spPr>
          <a:xfrm>
            <a:off x="8080792" y="4903827"/>
            <a:ext cx="395288" cy="36195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TextBox 38">
            <a:extLst>
              <a:ext uri="{FF2B5EF4-FFF2-40B4-BE49-F238E27FC236}">
                <a16:creationId xmlns:a16="http://schemas.microsoft.com/office/drawing/2014/main" id="{6F499D87-2B5E-993E-C4EE-711A0D485B3F}"/>
              </a:ext>
            </a:extLst>
          </p:cNvPr>
          <p:cNvSpPr txBox="1"/>
          <p:nvPr/>
        </p:nvSpPr>
        <p:spPr>
          <a:xfrm>
            <a:off x="7569356" y="6205131"/>
            <a:ext cx="1822693" cy="553998"/>
          </a:xfrm>
          <a:prstGeom prst="rect">
            <a:avLst/>
          </a:prstGeom>
          <a:noFill/>
        </p:spPr>
        <p:txBody>
          <a:bodyPr wrap="square" rtlCol="0">
            <a:spAutoFit/>
          </a:bodyPr>
          <a:lstStyle/>
          <a:p>
            <a:r>
              <a:rPr lang="en-AU" sz="1000" dirty="0"/>
              <a:t>A user can identify a hazard on the map indicated by the droplet “flood”</a:t>
            </a:r>
          </a:p>
        </p:txBody>
      </p:sp>
      <p:cxnSp>
        <p:nvCxnSpPr>
          <p:cNvPr id="41" name="Straight Arrow Connector 40">
            <a:extLst>
              <a:ext uri="{FF2B5EF4-FFF2-40B4-BE49-F238E27FC236}">
                <a16:creationId xmlns:a16="http://schemas.microsoft.com/office/drawing/2014/main" id="{71E7E364-F612-0CEE-8942-C58F9654B2D2}"/>
              </a:ext>
            </a:extLst>
          </p:cNvPr>
          <p:cNvCxnSpPr>
            <a:endCxn id="38" idx="4"/>
          </p:cNvCxnSpPr>
          <p:nvPr/>
        </p:nvCxnSpPr>
        <p:spPr>
          <a:xfrm flipV="1">
            <a:off x="8247480" y="5265777"/>
            <a:ext cx="30956" cy="9784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3" name="Picture 42">
            <a:extLst>
              <a:ext uri="{FF2B5EF4-FFF2-40B4-BE49-F238E27FC236}">
                <a16:creationId xmlns:a16="http://schemas.microsoft.com/office/drawing/2014/main" id="{D1560A5B-77E5-677F-4C25-7AC9CC5A78AE}"/>
              </a:ext>
            </a:extLst>
          </p:cNvPr>
          <p:cNvPicPr>
            <a:picLocks noChangeAspect="1"/>
          </p:cNvPicPr>
          <p:nvPr/>
        </p:nvPicPr>
        <p:blipFill>
          <a:blip r:embed="rId6"/>
          <a:stretch>
            <a:fillRect/>
          </a:stretch>
        </p:blipFill>
        <p:spPr>
          <a:xfrm>
            <a:off x="9775030" y="1962150"/>
            <a:ext cx="2009980" cy="4230638"/>
          </a:xfrm>
          <a:prstGeom prst="rect">
            <a:avLst/>
          </a:prstGeom>
        </p:spPr>
      </p:pic>
      <p:sp>
        <p:nvSpPr>
          <p:cNvPr id="44" name="TextBox 43">
            <a:extLst>
              <a:ext uri="{FF2B5EF4-FFF2-40B4-BE49-F238E27FC236}">
                <a16:creationId xmlns:a16="http://schemas.microsoft.com/office/drawing/2014/main" id="{B024EE8A-4D89-BC6E-2932-9A9BDBCCA3B9}"/>
              </a:ext>
            </a:extLst>
          </p:cNvPr>
          <p:cNvSpPr txBox="1"/>
          <p:nvPr/>
        </p:nvSpPr>
        <p:spPr>
          <a:xfrm>
            <a:off x="9764514" y="1352558"/>
            <a:ext cx="2124075" cy="553998"/>
          </a:xfrm>
          <a:prstGeom prst="rect">
            <a:avLst/>
          </a:prstGeom>
          <a:noFill/>
        </p:spPr>
        <p:txBody>
          <a:bodyPr wrap="square" rtlCol="0">
            <a:spAutoFit/>
          </a:bodyPr>
          <a:lstStyle/>
          <a:p>
            <a:r>
              <a:rPr lang="en-AU" sz="1000" dirty="0"/>
              <a:t>A user can see the details attached to this hazard by selecting the droplet icon on the map</a:t>
            </a:r>
          </a:p>
        </p:txBody>
      </p:sp>
      <p:cxnSp>
        <p:nvCxnSpPr>
          <p:cNvPr id="46" name="Straight Arrow Connector 45">
            <a:extLst>
              <a:ext uri="{FF2B5EF4-FFF2-40B4-BE49-F238E27FC236}">
                <a16:creationId xmlns:a16="http://schemas.microsoft.com/office/drawing/2014/main" id="{1E0934C5-E86E-2A76-072C-2A75D56B892D}"/>
              </a:ext>
            </a:extLst>
          </p:cNvPr>
          <p:cNvCxnSpPr/>
          <p:nvPr/>
        </p:nvCxnSpPr>
        <p:spPr>
          <a:xfrm>
            <a:off x="10629900" y="1906556"/>
            <a:ext cx="0" cy="14652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A62D59F5-749A-F38E-BF5B-6299087C07A5}"/>
              </a:ext>
            </a:extLst>
          </p:cNvPr>
          <p:cNvSpPr txBox="1"/>
          <p:nvPr/>
        </p:nvSpPr>
        <p:spPr>
          <a:xfrm>
            <a:off x="9619490" y="6244247"/>
            <a:ext cx="2572510" cy="553998"/>
          </a:xfrm>
          <a:prstGeom prst="rect">
            <a:avLst/>
          </a:prstGeom>
          <a:noFill/>
        </p:spPr>
        <p:txBody>
          <a:bodyPr wrap="square" rtlCol="0">
            <a:spAutoFit/>
          </a:bodyPr>
          <a:lstStyle/>
          <a:p>
            <a:r>
              <a:rPr lang="en-AU" sz="1000" dirty="0"/>
              <a:t>A user can identify that “The Lakes Way is closed” based on the description and can find an alternative route before leaving</a:t>
            </a:r>
          </a:p>
        </p:txBody>
      </p:sp>
      <p:cxnSp>
        <p:nvCxnSpPr>
          <p:cNvPr id="49" name="Straight Arrow Connector 48">
            <a:extLst>
              <a:ext uri="{FF2B5EF4-FFF2-40B4-BE49-F238E27FC236}">
                <a16:creationId xmlns:a16="http://schemas.microsoft.com/office/drawing/2014/main" id="{9674AA0B-0329-8175-93CD-591AE0C9E0D9}"/>
              </a:ext>
            </a:extLst>
          </p:cNvPr>
          <p:cNvCxnSpPr/>
          <p:nvPr/>
        </p:nvCxnSpPr>
        <p:spPr>
          <a:xfrm flipH="1" flipV="1">
            <a:off x="10277475" y="4400550"/>
            <a:ext cx="352425" cy="18436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E4469B9-EA9E-6FA9-F54B-CBEB96B340FC}"/>
              </a:ext>
            </a:extLst>
          </p:cNvPr>
          <p:cNvSpPr txBox="1"/>
          <p:nvPr/>
        </p:nvSpPr>
        <p:spPr>
          <a:xfrm>
            <a:off x="552137" y="1424284"/>
            <a:ext cx="1692019" cy="707886"/>
          </a:xfrm>
          <a:prstGeom prst="rect">
            <a:avLst/>
          </a:prstGeom>
          <a:noFill/>
        </p:spPr>
        <p:txBody>
          <a:bodyPr wrap="square" rtlCol="0">
            <a:spAutoFit/>
          </a:bodyPr>
          <a:lstStyle/>
          <a:p>
            <a:r>
              <a:rPr lang="en-AU" sz="1000" dirty="0"/>
              <a:t>Upon loading the app, a hazard appears within 50km radius of my location</a:t>
            </a:r>
          </a:p>
          <a:p>
            <a:endParaRPr lang="en-AU" sz="1000" dirty="0"/>
          </a:p>
        </p:txBody>
      </p:sp>
      <p:sp>
        <p:nvSpPr>
          <p:cNvPr id="13" name="TextBox 12">
            <a:extLst>
              <a:ext uri="{FF2B5EF4-FFF2-40B4-BE49-F238E27FC236}">
                <a16:creationId xmlns:a16="http://schemas.microsoft.com/office/drawing/2014/main" id="{8B0AB1F4-ECFA-7EE6-ADF7-6FB2423D9CCD}"/>
              </a:ext>
            </a:extLst>
          </p:cNvPr>
          <p:cNvSpPr txBox="1"/>
          <p:nvPr/>
        </p:nvSpPr>
        <p:spPr>
          <a:xfrm>
            <a:off x="3050914" y="1501228"/>
            <a:ext cx="1523551" cy="553998"/>
          </a:xfrm>
          <a:prstGeom prst="rect">
            <a:avLst/>
          </a:prstGeom>
          <a:noFill/>
        </p:spPr>
        <p:txBody>
          <a:bodyPr wrap="square" rtlCol="0">
            <a:spAutoFit/>
          </a:bodyPr>
          <a:lstStyle/>
          <a:p>
            <a:r>
              <a:rPr lang="en-AU" sz="1000" dirty="0"/>
              <a:t>Data is retrieved from the Firestore table</a:t>
            </a:r>
          </a:p>
          <a:p>
            <a:endParaRPr lang="en-AU" sz="1000" dirty="0"/>
          </a:p>
        </p:txBody>
      </p:sp>
      <p:sp>
        <p:nvSpPr>
          <p:cNvPr id="15" name="TextBox 14">
            <a:extLst>
              <a:ext uri="{FF2B5EF4-FFF2-40B4-BE49-F238E27FC236}">
                <a16:creationId xmlns:a16="http://schemas.microsoft.com/office/drawing/2014/main" id="{2EEDB996-6CB4-077E-DE7D-EF2FD56363A2}"/>
              </a:ext>
            </a:extLst>
          </p:cNvPr>
          <p:cNvSpPr txBox="1"/>
          <p:nvPr/>
        </p:nvSpPr>
        <p:spPr>
          <a:xfrm>
            <a:off x="443620" y="6274370"/>
            <a:ext cx="1800536" cy="553998"/>
          </a:xfrm>
          <a:prstGeom prst="rect">
            <a:avLst/>
          </a:prstGeom>
          <a:noFill/>
        </p:spPr>
        <p:txBody>
          <a:bodyPr wrap="square" rtlCol="0">
            <a:spAutoFit/>
          </a:bodyPr>
          <a:lstStyle/>
          <a:p>
            <a:r>
              <a:rPr lang="en-AU" sz="1000" dirty="0"/>
              <a:t>User can click the hazard icon to see the hazard details</a:t>
            </a:r>
          </a:p>
          <a:p>
            <a:endParaRPr lang="en-AU" sz="1000" dirty="0"/>
          </a:p>
        </p:txBody>
      </p:sp>
      <p:sp>
        <p:nvSpPr>
          <p:cNvPr id="16" name="TextBox 15">
            <a:extLst>
              <a:ext uri="{FF2B5EF4-FFF2-40B4-BE49-F238E27FC236}">
                <a16:creationId xmlns:a16="http://schemas.microsoft.com/office/drawing/2014/main" id="{A9B03B9D-81D4-EDFD-648D-8BF30CC6074F}"/>
              </a:ext>
            </a:extLst>
          </p:cNvPr>
          <p:cNvSpPr txBox="1"/>
          <p:nvPr/>
        </p:nvSpPr>
        <p:spPr>
          <a:xfrm>
            <a:off x="2860895" y="6274370"/>
            <a:ext cx="1666504" cy="553998"/>
          </a:xfrm>
          <a:prstGeom prst="rect">
            <a:avLst/>
          </a:prstGeom>
          <a:noFill/>
        </p:spPr>
        <p:txBody>
          <a:bodyPr wrap="square" rtlCol="0">
            <a:spAutoFit/>
          </a:bodyPr>
          <a:lstStyle/>
          <a:p>
            <a:r>
              <a:rPr lang="en-AU" sz="1000" dirty="0"/>
              <a:t>User can mark the hazard if it’s still there </a:t>
            </a:r>
          </a:p>
          <a:p>
            <a:endParaRPr lang="en-AU" sz="1000" dirty="0"/>
          </a:p>
        </p:txBody>
      </p:sp>
      <p:sp>
        <p:nvSpPr>
          <p:cNvPr id="18" name="TextBox 17">
            <a:extLst>
              <a:ext uri="{FF2B5EF4-FFF2-40B4-BE49-F238E27FC236}">
                <a16:creationId xmlns:a16="http://schemas.microsoft.com/office/drawing/2014/main" id="{C84CA142-8740-88F1-D228-37B62DB33E67}"/>
              </a:ext>
            </a:extLst>
          </p:cNvPr>
          <p:cNvSpPr txBox="1"/>
          <p:nvPr/>
        </p:nvSpPr>
        <p:spPr>
          <a:xfrm>
            <a:off x="8680665" y="292418"/>
            <a:ext cx="2680063" cy="553998"/>
          </a:xfrm>
          <a:prstGeom prst="rect">
            <a:avLst/>
          </a:prstGeom>
          <a:noFill/>
        </p:spPr>
        <p:txBody>
          <a:bodyPr wrap="square" rtlCol="0">
            <a:spAutoFit/>
          </a:bodyPr>
          <a:lstStyle/>
          <a:p>
            <a:r>
              <a:rPr lang="en-AU" sz="1000" dirty="0"/>
              <a:t>Hazards older than 3 days will be filtered out. If a hazard receives more than 5 “No” votes, the hazard will be filtered out.</a:t>
            </a:r>
          </a:p>
        </p:txBody>
      </p:sp>
      <p:sp>
        <p:nvSpPr>
          <p:cNvPr id="21" name="Rectangle: Rounded Corners 20">
            <a:extLst>
              <a:ext uri="{FF2B5EF4-FFF2-40B4-BE49-F238E27FC236}">
                <a16:creationId xmlns:a16="http://schemas.microsoft.com/office/drawing/2014/main" id="{B8BFFCBF-6C54-E764-2F19-862D387B3E91}"/>
              </a:ext>
            </a:extLst>
          </p:cNvPr>
          <p:cNvSpPr/>
          <p:nvPr/>
        </p:nvSpPr>
        <p:spPr>
          <a:xfrm>
            <a:off x="552137" y="318824"/>
            <a:ext cx="2429164"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t>Firebase Technologies</a:t>
            </a:r>
          </a:p>
          <a:p>
            <a:pPr marL="228600" indent="-228600" algn="ctr">
              <a:buAutoNum type="arabicPeriod"/>
            </a:pPr>
            <a:r>
              <a:rPr lang="en-AU" sz="1200" dirty="0"/>
              <a:t>Authentication</a:t>
            </a:r>
          </a:p>
          <a:p>
            <a:pPr marL="228600" indent="-228600" algn="ctr">
              <a:buAutoNum type="arabicPeriod"/>
            </a:pPr>
            <a:r>
              <a:rPr lang="en-AU" sz="1200" dirty="0"/>
              <a:t>Firestore</a:t>
            </a:r>
          </a:p>
          <a:p>
            <a:pPr marL="228600" indent="-228600" algn="ctr">
              <a:buAutoNum type="arabicPeriod"/>
            </a:pPr>
            <a:r>
              <a:rPr lang="en-AU" sz="1200" dirty="0"/>
              <a:t>Test Lab</a:t>
            </a:r>
          </a:p>
        </p:txBody>
      </p:sp>
    </p:spTree>
    <p:extLst>
      <p:ext uri="{BB962C8B-B14F-4D97-AF65-F5344CB8AC3E}">
        <p14:creationId xmlns:p14="http://schemas.microsoft.com/office/powerpoint/2010/main" val="93593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ABC243-2E1A-11FD-5406-84704156FC59}"/>
              </a:ext>
            </a:extLst>
          </p:cNvPr>
          <p:cNvSpPr/>
          <p:nvPr/>
        </p:nvSpPr>
        <p:spPr>
          <a:xfrm>
            <a:off x="3322622" y="126749"/>
            <a:ext cx="5033727"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dirty="0"/>
              <a:t>User Story: As a user, while travelling, I noticed a hazard I would like to report. I would also like to “Subscribe” to track the status of this hazard as it’s along my regular commute route.</a:t>
            </a:r>
          </a:p>
        </p:txBody>
      </p:sp>
      <p:pic>
        <p:nvPicPr>
          <p:cNvPr id="6" name="Picture 5">
            <a:extLst>
              <a:ext uri="{FF2B5EF4-FFF2-40B4-BE49-F238E27FC236}">
                <a16:creationId xmlns:a16="http://schemas.microsoft.com/office/drawing/2014/main" id="{488F2C0B-B6CF-FF9A-ABE9-9EE911A97EE9}"/>
              </a:ext>
            </a:extLst>
          </p:cNvPr>
          <p:cNvPicPr>
            <a:picLocks noChangeAspect="1"/>
          </p:cNvPicPr>
          <p:nvPr/>
        </p:nvPicPr>
        <p:blipFill>
          <a:blip r:embed="rId3"/>
          <a:stretch>
            <a:fillRect/>
          </a:stretch>
        </p:blipFill>
        <p:spPr>
          <a:xfrm>
            <a:off x="152742" y="1693865"/>
            <a:ext cx="2060594" cy="4386121"/>
          </a:xfrm>
          <a:prstGeom prst="rect">
            <a:avLst/>
          </a:prstGeom>
        </p:spPr>
      </p:pic>
      <p:sp>
        <p:nvSpPr>
          <p:cNvPr id="7" name="TextBox 6">
            <a:extLst>
              <a:ext uri="{FF2B5EF4-FFF2-40B4-BE49-F238E27FC236}">
                <a16:creationId xmlns:a16="http://schemas.microsoft.com/office/drawing/2014/main" id="{5A7C9BE5-9AAC-E32E-52B9-3499BBCC7E30}"/>
              </a:ext>
            </a:extLst>
          </p:cNvPr>
          <p:cNvSpPr txBox="1"/>
          <p:nvPr/>
        </p:nvSpPr>
        <p:spPr>
          <a:xfrm>
            <a:off x="440540" y="6191994"/>
            <a:ext cx="1510131" cy="553998"/>
          </a:xfrm>
          <a:prstGeom prst="rect">
            <a:avLst/>
          </a:prstGeom>
          <a:noFill/>
        </p:spPr>
        <p:txBody>
          <a:bodyPr wrap="square" rtlCol="0">
            <a:spAutoFit/>
          </a:bodyPr>
          <a:lstStyle/>
          <a:p>
            <a:r>
              <a:rPr lang="en-AU" sz="1000" dirty="0"/>
              <a:t>A user can navigate to the login page to report a hazard.</a:t>
            </a:r>
          </a:p>
        </p:txBody>
      </p:sp>
      <p:cxnSp>
        <p:nvCxnSpPr>
          <p:cNvPr id="9" name="Straight Arrow Connector 8">
            <a:extLst>
              <a:ext uri="{FF2B5EF4-FFF2-40B4-BE49-F238E27FC236}">
                <a16:creationId xmlns:a16="http://schemas.microsoft.com/office/drawing/2014/main" id="{0782BCD0-5842-7CBB-41EF-C69675A5798D}"/>
              </a:ext>
            </a:extLst>
          </p:cNvPr>
          <p:cNvCxnSpPr>
            <a:cxnSpLocks/>
          </p:cNvCxnSpPr>
          <p:nvPr/>
        </p:nvCxnSpPr>
        <p:spPr>
          <a:xfrm flipV="1">
            <a:off x="1211563" y="5845172"/>
            <a:ext cx="555889" cy="346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C7097CAF-C8B6-BCC5-E59C-EBB85E5ED8BE}"/>
              </a:ext>
            </a:extLst>
          </p:cNvPr>
          <p:cNvPicPr>
            <a:picLocks noChangeAspect="1"/>
          </p:cNvPicPr>
          <p:nvPr/>
        </p:nvPicPr>
        <p:blipFill>
          <a:blip r:embed="rId4"/>
          <a:stretch>
            <a:fillRect/>
          </a:stretch>
        </p:blipFill>
        <p:spPr>
          <a:xfrm>
            <a:off x="2315187" y="1693866"/>
            <a:ext cx="2092298" cy="4386121"/>
          </a:xfrm>
          <a:prstGeom prst="rect">
            <a:avLst/>
          </a:prstGeom>
        </p:spPr>
      </p:pic>
      <p:sp>
        <p:nvSpPr>
          <p:cNvPr id="12" name="TextBox 11">
            <a:extLst>
              <a:ext uri="{FF2B5EF4-FFF2-40B4-BE49-F238E27FC236}">
                <a16:creationId xmlns:a16="http://schemas.microsoft.com/office/drawing/2014/main" id="{4698CD77-0DA6-1DB0-CAFC-048D1556D1EC}"/>
              </a:ext>
            </a:extLst>
          </p:cNvPr>
          <p:cNvSpPr txBox="1"/>
          <p:nvPr/>
        </p:nvSpPr>
        <p:spPr>
          <a:xfrm>
            <a:off x="2353901" y="1139868"/>
            <a:ext cx="2014870" cy="553998"/>
          </a:xfrm>
          <a:prstGeom prst="rect">
            <a:avLst/>
          </a:prstGeom>
          <a:noFill/>
        </p:spPr>
        <p:txBody>
          <a:bodyPr wrap="square" rtlCol="0">
            <a:spAutoFit/>
          </a:bodyPr>
          <a:lstStyle/>
          <a:p>
            <a:r>
              <a:rPr lang="en-AU" sz="1000" dirty="0"/>
              <a:t>Utilising Firebase Authentication, if the email does not exist, you will need to sign up first</a:t>
            </a:r>
          </a:p>
        </p:txBody>
      </p:sp>
      <p:sp>
        <p:nvSpPr>
          <p:cNvPr id="13" name="TextBox 12">
            <a:extLst>
              <a:ext uri="{FF2B5EF4-FFF2-40B4-BE49-F238E27FC236}">
                <a16:creationId xmlns:a16="http://schemas.microsoft.com/office/drawing/2014/main" id="{ADA359A3-9C59-A28F-84E5-7D9E2D34EA82}"/>
              </a:ext>
            </a:extLst>
          </p:cNvPr>
          <p:cNvSpPr txBox="1"/>
          <p:nvPr/>
        </p:nvSpPr>
        <p:spPr>
          <a:xfrm>
            <a:off x="2430855" y="4173648"/>
            <a:ext cx="1783533" cy="707886"/>
          </a:xfrm>
          <a:prstGeom prst="rect">
            <a:avLst/>
          </a:prstGeom>
          <a:noFill/>
        </p:spPr>
        <p:txBody>
          <a:bodyPr wrap="square" rtlCol="0">
            <a:spAutoFit/>
          </a:bodyPr>
          <a:lstStyle/>
          <a:p>
            <a:r>
              <a:rPr lang="en-AU" sz="1000" dirty="0"/>
              <a:t>A user can enter their email address and a password. They can Login or Signup depending on their status.</a:t>
            </a:r>
          </a:p>
        </p:txBody>
      </p:sp>
      <p:cxnSp>
        <p:nvCxnSpPr>
          <p:cNvPr id="15" name="Straight Arrow Connector 14">
            <a:extLst>
              <a:ext uri="{FF2B5EF4-FFF2-40B4-BE49-F238E27FC236}">
                <a16:creationId xmlns:a16="http://schemas.microsoft.com/office/drawing/2014/main" id="{5F9A9F96-1721-2C9C-2B52-5FC2B21E81A3}"/>
              </a:ext>
            </a:extLst>
          </p:cNvPr>
          <p:cNvCxnSpPr/>
          <p:nvPr/>
        </p:nvCxnSpPr>
        <p:spPr>
          <a:xfrm flipV="1">
            <a:off x="2634558" y="3223034"/>
            <a:ext cx="380246" cy="9506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4F08578-6968-287B-0E9A-99C03CF8EE5C}"/>
              </a:ext>
            </a:extLst>
          </p:cNvPr>
          <p:cNvSpPr txBox="1"/>
          <p:nvPr/>
        </p:nvSpPr>
        <p:spPr>
          <a:xfrm>
            <a:off x="2353901" y="6177253"/>
            <a:ext cx="1783533" cy="553998"/>
          </a:xfrm>
          <a:prstGeom prst="rect">
            <a:avLst/>
          </a:prstGeom>
          <a:noFill/>
        </p:spPr>
        <p:txBody>
          <a:bodyPr wrap="square" rtlCol="0">
            <a:spAutoFit/>
          </a:bodyPr>
          <a:lstStyle/>
          <a:p>
            <a:r>
              <a:rPr lang="en-AU" sz="1000" dirty="0"/>
              <a:t>When a user has logged in, they can navigate to the report page</a:t>
            </a:r>
          </a:p>
        </p:txBody>
      </p:sp>
      <p:cxnSp>
        <p:nvCxnSpPr>
          <p:cNvPr id="18" name="Straight Arrow Connector 17">
            <a:extLst>
              <a:ext uri="{FF2B5EF4-FFF2-40B4-BE49-F238E27FC236}">
                <a16:creationId xmlns:a16="http://schemas.microsoft.com/office/drawing/2014/main" id="{EC9F5EE0-7C44-AE98-C0A6-98FDCB5A7B7C}"/>
              </a:ext>
            </a:extLst>
          </p:cNvPr>
          <p:cNvCxnSpPr/>
          <p:nvPr/>
        </p:nvCxnSpPr>
        <p:spPr>
          <a:xfrm flipV="1">
            <a:off x="3127971" y="5830431"/>
            <a:ext cx="389299" cy="3468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A3BA5E9F-1309-C8E7-A8C1-23EABB9DCF91}"/>
              </a:ext>
            </a:extLst>
          </p:cNvPr>
          <p:cNvPicPr>
            <a:picLocks noChangeAspect="1"/>
          </p:cNvPicPr>
          <p:nvPr/>
        </p:nvPicPr>
        <p:blipFill>
          <a:blip r:embed="rId5"/>
          <a:stretch>
            <a:fillRect/>
          </a:stretch>
        </p:blipFill>
        <p:spPr>
          <a:xfrm>
            <a:off x="4522679" y="1693866"/>
            <a:ext cx="2113366" cy="4386121"/>
          </a:xfrm>
          <a:prstGeom prst="rect">
            <a:avLst/>
          </a:prstGeom>
        </p:spPr>
      </p:pic>
      <p:sp>
        <p:nvSpPr>
          <p:cNvPr id="21" name="TextBox 20">
            <a:extLst>
              <a:ext uri="{FF2B5EF4-FFF2-40B4-BE49-F238E27FC236}">
                <a16:creationId xmlns:a16="http://schemas.microsoft.com/office/drawing/2014/main" id="{3C665B45-3848-FCBB-94C4-81BD28F11733}"/>
              </a:ext>
            </a:extLst>
          </p:cNvPr>
          <p:cNvSpPr txBox="1"/>
          <p:nvPr/>
        </p:nvSpPr>
        <p:spPr>
          <a:xfrm>
            <a:off x="4608214" y="1139868"/>
            <a:ext cx="1783532" cy="553998"/>
          </a:xfrm>
          <a:prstGeom prst="rect">
            <a:avLst/>
          </a:prstGeom>
          <a:noFill/>
        </p:spPr>
        <p:txBody>
          <a:bodyPr wrap="square" rtlCol="0">
            <a:spAutoFit/>
          </a:bodyPr>
          <a:lstStyle/>
          <a:p>
            <a:r>
              <a:rPr lang="en-AU" sz="1000" dirty="0"/>
              <a:t>The user can enter the street or address where the hazard has taken place.</a:t>
            </a:r>
          </a:p>
        </p:txBody>
      </p:sp>
      <p:sp>
        <p:nvSpPr>
          <p:cNvPr id="24" name="TextBox 23">
            <a:extLst>
              <a:ext uri="{FF2B5EF4-FFF2-40B4-BE49-F238E27FC236}">
                <a16:creationId xmlns:a16="http://schemas.microsoft.com/office/drawing/2014/main" id="{974CA2E3-C374-A285-31AD-D8BB246B81D8}"/>
              </a:ext>
            </a:extLst>
          </p:cNvPr>
          <p:cNvSpPr txBox="1"/>
          <p:nvPr/>
        </p:nvSpPr>
        <p:spPr>
          <a:xfrm>
            <a:off x="4330054" y="6125111"/>
            <a:ext cx="2734146" cy="707886"/>
          </a:xfrm>
          <a:prstGeom prst="rect">
            <a:avLst/>
          </a:prstGeom>
          <a:noFill/>
        </p:spPr>
        <p:txBody>
          <a:bodyPr wrap="square" rtlCol="0">
            <a:spAutoFit/>
          </a:bodyPr>
          <a:lstStyle/>
          <a:p>
            <a:r>
              <a:rPr lang="en-AU" sz="1000" dirty="0"/>
              <a:t>When a user has completed filling out all fields (If not all fields completed, a message will appear upon submission to do so) they can submit the hazard to the Firestore database.</a:t>
            </a:r>
          </a:p>
        </p:txBody>
      </p:sp>
      <p:cxnSp>
        <p:nvCxnSpPr>
          <p:cNvPr id="25" name="Straight Arrow Connector 24">
            <a:extLst>
              <a:ext uri="{FF2B5EF4-FFF2-40B4-BE49-F238E27FC236}">
                <a16:creationId xmlns:a16="http://schemas.microsoft.com/office/drawing/2014/main" id="{4F2455AC-CB34-0145-A315-19D32EB64EAF}"/>
              </a:ext>
            </a:extLst>
          </p:cNvPr>
          <p:cNvCxnSpPr/>
          <p:nvPr/>
        </p:nvCxnSpPr>
        <p:spPr>
          <a:xfrm flipH="1">
            <a:off x="5170001" y="1644507"/>
            <a:ext cx="81481" cy="10139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4EB50B7-2F75-7901-D71C-D37A76C7B724}"/>
              </a:ext>
            </a:extLst>
          </p:cNvPr>
          <p:cNvCxnSpPr/>
          <p:nvPr/>
        </p:nvCxnSpPr>
        <p:spPr>
          <a:xfrm flipV="1">
            <a:off x="5341545" y="5223850"/>
            <a:ext cx="158435" cy="9534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7FDF2425-D0F5-8E83-9357-60E9BFA9613C}"/>
              </a:ext>
            </a:extLst>
          </p:cNvPr>
          <p:cNvSpPr txBox="1"/>
          <p:nvPr/>
        </p:nvSpPr>
        <p:spPr>
          <a:xfrm>
            <a:off x="6636045" y="4328954"/>
            <a:ext cx="1131828" cy="707886"/>
          </a:xfrm>
          <a:prstGeom prst="rect">
            <a:avLst/>
          </a:prstGeom>
          <a:noFill/>
        </p:spPr>
        <p:txBody>
          <a:bodyPr wrap="square" rtlCol="0">
            <a:spAutoFit/>
          </a:bodyPr>
          <a:lstStyle/>
          <a:p>
            <a:r>
              <a:rPr lang="en-AU" sz="1000" dirty="0"/>
              <a:t>A user can take photos and submit them for a better visual</a:t>
            </a:r>
          </a:p>
        </p:txBody>
      </p:sp>
      <p:cxnSp>
        <p:nvCxnSpPr>
          <p:cNvPr id="30" name="Straight Arrow Connector 29">
            <a:extLst>
              <a:ext uri="{FF2B5EF4-FFF2-40B4-BE49-F238E27FC236}">
                <a16:creationId xmlns:a16="http://schemas.microsoft.com/office/drawing/2014/main" id="{EB0CCFE8-55EC-461E-EE54-CEB3A7E1EF5E}"/>
              </a:ext>
            </a:extLst>
          </p:cNvPr>
          <p:cNvCxnSpPr>
            <a:stCxn id="28" idx="1"/>
          </p:cNvCxnSpPr>
          <p:nvPr/>
        </p:nvCxnSpPr>
        <p:spPr>
          <a:xfrm flipH="1">
            <a:off x="6310265" y="4682897"/>
            <a:ext cx="3257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FE4E7FAC-1756-91DB-4BB0-C8F7887BFAE3}"/>
              </a:ext>
            </a:extLst>
          </p:cNvPr>
          <p:cNvSpPr txBox="1"/>
          <p:nvPr/>
        </p:nvSpPr>
        <p:spPr>
          <a:xfrm>
            <a:off x="6636045" y="3619650"/>
            <a:ext cx="1041294" cy="553998"/>
          </a:xfrm>
          <a:prstGeom prst="rect">
            <a:avLst/>
          </a:prstGeom>
          <a:noFill/>
        </p:spPr>
        <p:txBody>
          <a:bodyPr wrap="square" rtlCol="0">
            <a:spAutoFit/>
          </a:bodyPr>
          <a:lstStyle/>
          <a:p>
            <a:r>
              <a:rPr lang="en-AU" sz="1000" dirty="0"/>
              <a:t>A user can add a description of the hazard.</a:t>
            </a:r>
          </a:p>
        </p:txBody>
      </p:sp>
      <p:cxnSp>
        <p:nvCxnSpPr>
          <p:cNvPr id="33" name="Straight Arrow Connector 32">
            <a:extLst>
              <a:ext uri="{FF2B5EF4-FFF2-40B4-BE49-F238E27FC236}">
                <a16:creationId xmlns:a16="http://schemas.microsoft.com/office/drawing/2014/main" id="{D7B4D4AD-CF09-5D5A-659B-C1CA1F09DA38}"/>
              </a:ext>
            </a:extLst>
          </p:cNvPr>
          <p:cNvCxnSpPr>
            <a:cxnSpLocks/>
          </p:cNvCxnSpPr>
          <p:nvPr/>
        </p:nvCxnSpPr>
        <p:spPr>
          <a:xfrm flipH="1" flipV="1">
            <a:off x="6096000" y="3939221"/>
            <a:ext cx="567205" cy="841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9DFBC1EC-F881-9481-04C3-4F83F87F9BA1}"/>
              </a:ext>
            </a:extLst>
          </p:cNvPr>
          <p:cNvSpPr txBox="1"/>
          <p:nvPr/>
        </p:nvSpPr>
        <p:spPr>
          <a:xfrm>
            <a:off x="6636045" y="3037095"/>
            <a:ext cx="1041294" cy="553998"/>
          </a:xfrm>
          <a:prstGeom prst="rect">
            <a:avLst/>
          </a:prstGeom>
          <a:noFill/>
        </p:spPr>
        <p:txBody>
          <a:bodyPr wrap="square" rtlCol="0">
            <a:spAutoFit/>
          </a:bodyPr>
          <a:lstStyle/>
          <a:p>
            <a:r>
              <a:rPr lang="en-AU" sz="1000" dirty="0"/>
              <a:t>A user can add in the hazard </a:t>
            </a:r>
            <a:r>
              <a:rPr lang="en-AU" sz="1000"/>
              <a:t>severity rating.</a:t>
            </a:r>
          </a:p>
        </p:txBody>
      </p:sp>
      <p:cxnSp>
        <p:nvCxnSpPr>
          <p:cNvPr id="38" name="Straight Arrow Connector 37">
            <a:extLst>
              <a:ext uri="{FF2B5EF4-FFF2-40B4-BE49-F238E27FC236}">
                <a16:creationId xmlns:a16="http://schemas.microsoft.com/office/drawing/2014/main" id="{BB7EAFA3-B0AE-FC23-15CB-787C92DBCC82}"/>
              </a:ext>
            </a:extLst>
          </p:cNvPr>
          <p:cNvCxnSpPr>
            <a:cxnSpLocks/>
          </p:cNvCxnSpPr>
          <p:nvPr/>
        </p:nvCxnSpPr>
        <p:spPr>
          <a:xfrm flipH="1" flipV="1">
            <a:off x="5251482" y="3385226"/>
            <a:ext cx="1411723" cy="437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DC032CDB-AEF6-0A41-FB5C-3C63D8D880F9}"/>
              </a:ext>
            </a:extLst>
          </p:cNvPr>
          <p:cNvSpPr txBox="1"/>
          <p:nvPr/>
        </p:nvSpPr>
        <p:spPr>
          <a:xfrm>
            <a:off x="6663205" y="2353901"/>
            <a:ext cx="1204256" cy="400110"/>
          </a:xfrm>
          <a:prstGeom prst="rect">
            <a:avLst/>
          </a:prstGeom>
          <a:noFill/>
        </p:spPr>
        <p:txBody>
          <a:bodyPr wrap="square" rtlCol="0">
            <a:spAutoFit/>
          </a:bodyPr>
          <a:lstStyle/>
          <a:p>
            <a:r>
              <a:rPr lang="en-AU" sz="1000" dirty="0"/>
              <a:t>A user can add in the type of hazard</a:t>
            </a:r>
          </a:p>
        </p:txBody>
      </p:sp>
      <p:cxnSp>
        <p:nvCxnSpPr>
          <p:cNvPr id="42" name="Straight Arrow Connector 41">
            <a:extLst>
              <a:ext uri="{FF2B5EF4-FFF2-40B4-BE49-F238E27FC236}">
                <a16:creationId xmlns:a16="http://schemas.microsoft.com/office/drawing/2014/main" id="{0624A7F1-31E9-E196-A5E5-14733FB90C7D}"/>
              </a:ext>
            </a:extLst>
          </p:cNvPr>
          <p:cNvCxnSpPr>
            <a:cxnSpLocks/>
          </p:cNvCxnSpPr>
          <p:nvPr/>
        </p:nvCxnSpPr>
        <p:spPr>
          <a:xfrm flipH="1">
            <a:off x="5499980" y="2658495"/>
            <a:ext cx="1235798" cy="3348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8" name="Picture 47">
            <a:extLst>
              <a:ext uri="{FF2B5EF4-FFF2-40B4-BE49-F238E27FC236}">
                <a16:creationId xmlns:a16="http://schemas.microsoft.com/office/drawing/2014/main" id="{510D08DD-5034-2A85-1765-580E481A43D9}"/>
              </a:ext>
            </a:extLst>
          </p:cNvPr>
          <p:cNvPicPr>
            <a:picLocks noChangeAspect="1"/>
          </p:cNvPicPr>
          <p:nvPr/>
        </p:nvPicPr>
        <p:blipFill>
          <a:blip r:embed="rId6"/>
          <a:stretch>
            <a:fillRect/>
          </a:stretch>
        </p:blipFill>
        <p:spPr>
          <a:xfrm>
            <a:off x="7793003" y="1693866"/>
            <a:ext cx="2095656" cy="4386120"/>
          </a:xfrm>
          <a:prstGeom prst="rect">
            <a:avLst/>
          </a:prstGeom>
        </p:spPr>
      </p:pic>
      <p:sp>
        <p:nvSpPr>
          <p:cNvPr id="49" name="TextBox 48">
            <a:extLst>
              <a:ext uri="{FF2B5EF4-FFF2-40B4-BE49-F238E27FC236}">
                <a16:creationId xmlns:a16="http://schemas.microsoft.com/office/drawing/2014/main" id="{F11C9D14-EC51-0A11-6014-7D3AD3D53F33}"/>
              </a:ext>
            </a:extLst>
          </p:cNvPr>
          <p:cNvSpPr txBox="1"/>
          <p:nvPr/>
        </p:nvSpPr>
        <p:spPr>
          <a:xfrm>
            <a:off x="7867461" y="6177253"/>
            <a:ext cx="1970638" cy="553998"/>
          </a:xfrm>
          <a:prstGeom prst="rect">
            <a:avLst/>
          </a:prstGeom>
          <a:noFill/>
        </p:spPr>
        <p:txBody>
          <a:bodyPr wrap="square" rtlCol="0">
            <a:spAutoFit/>
          </a:bodyPr>
          <a:lstStyle/>
          <a:p>
            <a:r>
              <a:rPr lang="en-AU" sz="1000" dirty="0"/>
              <a:t>A user can select the hazard icon to receive more information and the ability to subscribe </a:t>
            </a:r>
          </a:p>
        </p:txBody>
      </p:sp>
      <p:cxnSp>
        <p:nvCxnSpPr>
          <p:cNvPr id="51" name="Straight Arrow Connector 50">
            <a:extLst>
              <a:ext uri="{FF2B5EF4-FFF2-40B4-BE49-F238E27FC236}">
                <a16:creationId xmlns:a16="http://schemas.microsoft.com/office/drawing/2014/main" id="{2D705919-B75C-865C-B7A0-0B86B3942053}"/>
              </a:ext>
            </a:extLst>
          </p:cNvPr>
          <p:cNvCxnSpPr/>
          <p:nvPr/>
        </p:nvCxnSpPr>
        <p:spPr>
          <a:xfrm flipV="1">
            <a:off x="8510257" y="3793402"/>
            <a:ext cx="226337" cy="23985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3" name="Picture 52">
            <a:extLst>
              <a:ext uri="{FF2B5EF4-FFF2-40B4-BE49-F238E27FC236}">
                <a16:creationId xmlns:a16="http://schemas.microsoft.com/office/drawing/2014/main" id="{55B96C23-0D3D-4089-AF59-D4D1B8D4C08F}"/>
              </a:ext>
            </a:extLst>
          </p:cNvPr>
          <p:cNvPicPr>
            <a:picLocks noChangeAspect="1"/>
          </p:cNvPicPr>
          <p:nvPr/>
        </p:nvPicPr>
        <p:blipFill>
          <a:blip r:embed="rId7"/>
          <a:stretch>
            <a:fillRect/>
          </a:stretch>
        </p:blipFill>
        <p:spPr>
          <a:xfrm>
            <a:off x="9961882" y="1693867"/>
            <a:ext cx="2113150" cy="4386119"/>
          </a:xfrm>
          <a:prstGeom prst="rect">
            <a:avLst/>
          </a:prstGeom>
        </p:spPr>
      </p:pic>
      <p:sp>
        <p:nvSpPr>
          <p:cNvPr id="54" name="TextBox 53">
            <a:extLst>
              <a:ext uri="{FF2B5EF4-FFF2-40B4-BE49-F238E27FC236}">
                <a16:creationId xmlns:a16="http://schemas.microsoft.com/office/drawing/2014/main" id="{7923AF35-3A2C-0341-7A61-4330246E9C39}"/>
              </a:ext>
            </a:extLst>
          </p:cNvPr>
          <p:cNvSpPr txBox="1"/>
          <p:nvPr/>
        </p:nvSpPr>
        <p:spPr>
          <a:xfrm>
            <a:off x="10082958" y="1139868"/>
            <a:ext cx="1925317" cy="553998"/>
          </a:xfrm>
          <a:prstGeom prst="rect">
            <a:avLst/>
          </a:prstGeom>
          <a:noFill/>
        </p:spPr>
        <p:txBody>
          <a:bodyPr wrap="square" rtlCol="0">
            <a:spAutoFit/>
          </a:bodyPr>
          <a:lstStyle/>
          <a:p>
            <a:r>
              <a:rPr lang="en-AU" sz="1000" dirty="0"/>
              <a:t>A user can read the details originally submitted for the hazard</a:t>
            </a:r>
          </a:p>
        </p:txBody>
      </p:sp>
      <p:cxnSp>
        <p:nvCxnSpPr>
          <p:cNvPr id="56" name="Straight Arrow Connector 55">
            <a:extLst>
              <a:ext uri="{FF2B5EF4-FFF2-40B4-BE49-F238E27FC236}">
                <a16:creationId xmlns:a16="http://schemas.microsoft.com/office/drawing/2014/main" id="{9ACA32C1-38BA-F4EA-218C-930EA87A38B6}"/>
              </a:ext>
            </a:extLst>
          </p:cNvPr>
          <p:cNvCxnSpPr/>
          <p:nvPr/>
        </p:nvCxnSpPr>
        <p:spPr>
          <a:xfrm>
            <a:off x="10664982" y="1566250"/>
            <a:ext cx="172016" cy="15662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403E737F-F3EB-FDDB-3979-49D32914DDA3}"/>
              </a:ext>
            </a:extLst>
          </p:cNvPr>
          <p:cNvSpPr txBox="1"/>
          <p:nvPr/>
        </p:nvSpPr>
        <p:spPr>
          <a:xfrm>
            <a:off x="10000863" y="6125111"/>
            <a:ext cx="2095656" cy="707886"/>
          </a:xfrm>
          <a:prstGeom prst="rect">
            <a:avLst/>
          </a:prstGeom>
          <a:noFill/>
        </p:spPr>
        <p:txBody>
          <a:bodyPr wrap="square" rtlCol="0">
            <a:spAutoFit/>
          </a:bodyPr>
          <a:lstStyle/>
          <a:p>
            <a:r>
              <a:rPr lang="en-AU" sz="1000" dirty="0"/>
              <a:t>A user can subscribe to updates. Any updates provided by a verified account will now be sent to the user as a push notification.</a:t>
            </a:r>
          </a:p>
        </p:txBody>
      </p:sp>
      <p:cxnSp>
        <p:nvCxnSpPr>
          <p:cNvPr id="60" name="Straight Arrow Connector 59">
            <a:extLst>
              <a:ext uri="{FF2B5EF4-FFF2-40B4-BE49-F238E27FC236}">
                <a16:creationId xmlns:a16="http://schemas.microsoft.com/office/drawing/2014/main" id="{3196D11B-63A5-9517-4E79-3AE42861D009}"/>
              </a:ext>
            </a:extLst>
          </p:cNvPr>
          <p:cNvCxnSpPr/>
          <p:nvPr/>
        </p:nvCxnSpPr>
        <p:spPr>
          <a:xfrm flipV="1">
            <a:off x="10483913" y="5767057"/>
            <a:ext cx="181069" cy="4101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1" name="Rectangle: Rounded Corners 60">
            <a:extLst>
              <a:ext uri="{FF2B5EF4-FFF2-40B4-BE49-F238E27FC236}">
                <a16:creationId xmlns:a16="http://schemas.microsoft.com/office/drawing/2014/main" id="{3D179C27-D4D0-FC66-DBCC-8FD047C5515D}"/>
              </a:ext>
            </a:extLst>
          </p:cNvPr>
          <p:cNvSpPr/>
          <p:nvPr/>
        </p:nvSpPr>
        <p:spPr>
          <a:xfrm>
            <a:off x="440540" y="202949"/>
            <a:ext cx="2429164"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dirty="0"/>
              <a:t>Firebase Technologies</a:t>
            </a:r>
          </a:p>
          <a:p>
            <a:pPr marL="228600" indent="-228600" algn="ctr">
              <a:buAutoNum type="arabicPeriod"/>
            </a:pPr>
            <a:r>
              <a:rPr lang="en-AU" sz="1200" dirty="0"/>
              <a:t>Authentication</a:t>
            </a:r>
          </a:p>
          <a:p>
            <a:pPr marL="228600" indent="-228600" algn="ctr">
              <a:buAutoNum type="arabicPeriod"/>
            </a:pPr>
            <a:r>
              <a:rPr lang="en-AU" sz="1200" dirty="0"/>
              <a:t>Firestore</a:t>
            </a:r>
          </a:p>
          <a:p>
            <a:pPr marL="228600" indent="-228600" algn="ctr">
              <a:buAutoNum type="arabicPeriod"/>
            </a:pPr>
            <a:r>
              <a:rPr lang="en-AU" sz="1200" dirty="0"/>
              <a:t>Test Lab</a:t>
            </a:r>
          </a:p>
        </p:txBody>
      </p:sp>
      <p:sp>
        <p:nvSpPr>
          <p:cNvPr id="62" name="TextBox 61">
            <a:extLst>
              <a:ext uri="{FF2B5EF4-FFF2-40B4-BE49-F238E27FC236}">
                <a16:creationId xmlns:a16="http://schemas.microsoft.com/office/drawing/2014/main" id="{EC21A496-C588-FA05-E0B7-61F3742F9661}"/>
              </a:ext>
            </a:extLst>
          </p:cNvPr>
          <p:cNvSpPr txBox="1"/>
          <p:nvPr/>
        </p:nvSpPr>
        <p:spPr>
          <a:xfrm>
            <a:off x="8994701" y="308871"/>
            <a:ext cx="2680063" cy="553998"/>
          </a:xfrm>
          <a:prstGeom prst="rect">
            <a:avLst/>
          </a:prstGeom>
          <a:noFill/>
        </p:spPr>
        <p:txBody>
          <a:bodyPr wrap="square" rtlCol="0">
            <a:spAutoFit/>
          </a:bodyPr>
          <a:lstStyle/>
          <a:p>
            <a:r>
              <a:rPr lang="en-AU" sz="1000" dirty="0"/>
              <a:t>Hazards older than 3 days will be filtered out. If a hazard receives more than 5 “No” votes, the hazard will be filtered out.</a:t>
            </a:r>
          </a:p>
        </p:txBody>
      </p:sp>
    </p:spTree>
    <p:extLst>
      <p:ext uri="{BB962C8B-B14F-4D97-AF65-F5344CB8AC3E}">
        <p14:creationId xmlns:p14="http://schemas.microsoft.com/office/powerpoint/2010/main" val="3138381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408</TotalTime>
  <Words>627</Words>
  <Application>Microsoft Office PowerPoint</Application>
  <PresentationFormat>Widescreen</PresentationFormat>
  <Paragraphs>50</Paragraphs>
  <Slides>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 AVERY</dc:creator>
  <cp:lastModifiedBy>RICHARD AVERY</cp:lastModifiedBy>
  <cp:revision>1</cp:revision>
  <dcterms:created xsi:type="dcterms:W3CDTF">2025-05-29T03:37:28Z</dcterms:created>
  <dcterms:modified xsi:type="dcterms:W3CDTF">2025-06-01T00:25:55Z</dcterms:modified>
</cp:coreProperties>
</file>